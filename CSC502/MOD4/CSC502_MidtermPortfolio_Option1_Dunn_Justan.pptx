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5.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0"/>
  </p:notesMasterIdLst>
  <p:sldIdLst>
    <p:sldId id="256" r:id="rId2"/>
    <p:sldId id="257" r:id="rId3"/>
    <p:sldId id="258" r:id="rId4"/>
    <p:sldId id="259" r:id="rId5"/>
    <p:sldId id="260" r:id="rId6"/>
    <p:sldId id="261" r:id="rId7"/>
    <p:sldId id="262" r:id="rId8"/>
    <p:sldId id="263" r:id="rId9"/>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13" d="100"/>
          <a:sy n="113" d="100"/>
        </p:scale>
        <p:origin x="156" y="88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5" Type="http://schemas.microsoft.com/office/2016/11/relationships/changesInfo" Target="changesInfos/changesInfo1.xml"/><Relationship Id="rId1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Justan Dunn" userId="898b75fbe16c95f3" providerId="LiveId" clId="{387D94C4-47D2-4830-A98F-A0EE0557D8FD}"/>
    <pc:docChg chg="undo custSel modSld">
      <pc:chgData name="Justan Dunn" userId="898b75fbe16c95f3" providerId="LiveId" clId="{387D94C4-47D2-4830-A98F-A0EE0557D8FD}" dt="2025-06-15T20:40:46.164" v="10" actId="26606"/>
      <pc:docMkLst>
        <pc:docMk/>
      </pc:docMkLst>
      <pc:sldChg chg="addSp modSp mod setBg">
        <pc:chgData name="Justan Dunn" userId="898b75fbe16c95f3" providerId="LiveId" clId="{387D94C4-47D2-4830-A98F-A0EE0557D8FD}" dt="2025-06-15T20:39:21.041" v="1"/>
        <pc:sldMkLst>
          <pc:docMk/>
          <pc:sldMk cId="0" sldId="256"/>
        </pc:sldMkLst>
        <pc:spChg chg="mod">
          <ac:chgData name="Justan Dunn" userId="898b75fbe16c95f3" providerId="LiveId" clId="{387D94C4-47D2-4830-A98F-A0EE0557D8FD}" dt="2025-06-15T20:39:07.125" v="0" actId="26606"/>
          <ac:spMkLst>
            <pc:docMk/>
            <pc:sldMk cId="0" sldId="256"/>
            <ac:spMk id="2" creationId="{00000000-0000-0000-0000-000000000000}"/>
          </ac:spMkLst>
        </pc:spChg>
        <pc:spChg chg="mod">
          <ac:chgData name="Justan Dunn" userId="898b75fbe16c95f3" providerId="LiveId" clId="{387D94C4-47D2-4830-A98F-A0EE0557D8FD}" dt="2025-06-15T20:39:21.041" v="1"/>
          <ac:spMkLst>
            <pc:docMk/>
            <pc:sldMk cId="0" sldId="256"/>
            <ac:spMk id="3" creationId="{00000000-0000-0000-0000-000000000000}"/>
          </ac:spMkLst>
        </pc:spChg>
        <pc:spChg chg="add">
          <ac:chgData name="Justan Dunn" userId="898b75fbe16c95f3" providerId="LiveId" clId="{387D94C4-47D2-4830-A98F-A0EE0557D8FD}" dt="2025-06-15T20:39:07.125" v="0" actId="26606"/>
          <ac:spMkLst>
            <pc:docMk/>
            <pc:sldMk cId="0" sldId="256"/>
            <ac:spMk id="9" creationId="{C0763A76-9F1C-4FC5-82B7-DD475DA461B2}"/>
          </ac:spMkLst>
        </pc:spChg>
        <pc:spChg chg="add">
          <ac:chgData name="Justan Dunn" userId="898b75fbe16c95f3" providerId="LiveId" clId="{387D94C4-47D2-4830-A98F-A0EE0557D8FD}" dt="2025-06-15T20:39:07.125" v="0" actId="26606"/>
          <ac:spMkLst>
            <pc:docMk/>
            <pc:sldMk cId="0" sldId="256"/>
            <ac:spMk id="11" creationId="{E81BF4F6-F2CF-4984-9D14-D6966D92F99F}"/>
          </ac:spMkLst>
        </pc:spChg>
        <pc:picChg chg="add">
          <ac:chgData name="Justan Dunn" userId="898b75fbe16c95f3" providerId="LiveId" clId="{387D94C4-47D2-4830-A98F-A0EE0557D8FD}" dt="2025-06-15T20:39:07.125" v="0" actId="26606"/>
          <ac:picMkLst>
            <pc:docMk/>
            <pc:sldMk cId="0" sldId="256"/>
            <ac:picMk id="5" creationId="{0BE8A752-C13C-A116-5D21-41BFE24E62E0}"/>
          </ac:picMkLst>
        </pc:picChg>
      </pc:sldChg>
      <pc:sldChg chg="addSp modSp mod setBg">
        <pc:chgData name="Justan Dunn" userId="898b75fbe16c95f3" providerId="LiveId" clId="{387D94C4-47D2-4830-A98F-A0EE0557D8FD}" dt="2025-06-15T20:39:34.701" v="2" actId="26606"/>
        <pc:sldMkLst>
          <pc:docMk/>
          <pc:sldMk cId="0" sldId="257"/>
        </pc:sldMkLst>
        <pc:spChg chg="mod">
          <ac:chgData name="Justan Dunn" userId="898b75fbe16c95f3" providerId="LiveId" clId="{387D94C4-47D2-4830-A98F-A0EE0557D8FD}" dt="2025-06-15T20:39:34.701" v="2" actId="26606"/>
          <ac:spMkLst>
            <pc:docMk/>
            <pc:sldMk cId="0" sldId="257"/>
            <ac:spMk id="2" creationId="{00000000-0000-0000-0000-000000000000}"/>
          </ac:spMkLst>
        </pc:spChg>
        <pc:spChg chg="mod">
          <ac:chgData name="Justan Dunn" userId="898b75fbe16c95f3" providerId="LiveId" clId="{387D94C4-47D2-4830-A98F-A0EE0557D8FD}" dt="2025-06-15T20:39:34.701" v="2" actId="26606"/>
          <ac:spMkLst>
            <pc:docMk/>
            <pc:sldMk cId="0" sldId="257"/>
            <ac:spMk id="3" creationId="{00000000-0000-0000-0000-000000000000}"/>
          </ac:spMkLst>
        </pc:spChg>
        <pc:spChg chg="add">
          <ac:chgData name="Justan Dunn" userId="898b75fbe16c95f3" providerId="LiveId" clId="{387D94C4-47D2-4830-A98F-A0EE0557D8FD}" dt="2025-06-15T20:39:34.701" v="2" actId="26606"/>
          <ac:spMkLst>
            <pc:docMk/>
            <pc:sldMk cId="0" sldId="257"/>
            <ac:spMk id="9" creationId="{C0763A76-9F1C-4FC5-82B7-DD475DA461B2}"/>
          </ac:spMkLst>
        </pc:spChg>
        <pc:spChg chg="add">
          <ac:chgData name="Justan Dunn" userId="898b75fbe16c95f3" providerId="LiveId" clId="{387D94C4-47D2-4830-A98F-A0EE0557D8FD}" dt="2025-06-15T20:39:34.701" v="2" actId="26606"/>
          <ac:spMkLst>
            <pc:docMk/>
            <pc:sldMk cId="0" sldId="257"/>
            <ac:spMk id="11" creationId="{E81BF4F6-F2CF-4984-9D14-D6966D92F99F}"/>
          </ac:spMkLst>
        </pc:spChg>
        <pc:picChg chg="add">
          <ac:chgData name="Justan Dunn" userId="898b75fbe16c95f3" providerId="LiveId" clId="{387D94C4-47D2-4830-A98F-A0EE0557D8FD}" dt="2025-06-15T20:39:34.701" v="2" actId="26606"/>
          <ac:picMkLst>
            <pc:docMk/>
            <pc:sldMk cId="0" sldId="257"/>
            <ac:picMk id="5" creationId="{2D546E4C-C9C0-0346-BDAE-246A24D7A1F7}"/>
          </ac:picMkLst>
        </pc:picChg>
      </pc:sldChg>
      <pc:sldChg chg="addSp modSp mod setBg">
        <pc:chgData name="Justan Dunn" userId="898b75fbe16c95f3" providerId="LiveId" clId="{387D94C4-47D2-4830-A98F-A0EE0557D8FD}" dt="2025-06-15T20:39:54.014" v="3" actId="26606"/>
        <pc:sldMkLst>
          <pc:docMk/>
          <pc:sldMk cId="0" sldId="258"/>
        </pc:sldMkLst>
        <pc:spChg chg="mod">
          <ac:chgData name="Justan Dunn" userId="898b75fbe16c95f3" providerId="LiveId" clId="{387D94C4-47D2-4830-A98F-A0EE0557D8FD}" dt="2025-06-15T20:39:54.014" v="3" actId="26606"/>
          <ac:spMkLst>
            <pc:docMk/>
            <pc:sldMk cId="0" sldId="258"/>
            <ac:spMk id="2" creationId="{00000000-0000-0000-0000-000000000000}"/>
          </ac:spMkLst>
        </pc:spChg>
        <pc:spChg chg="mod">
          <ac:chgData name="Justan Dunn" userId="898b75fbe16c95f3" providerId="LiveId" clId="{387D94C4-47D2-4830-A98F-A0EE0557D8FD}" dt="2025-06-15T20:39:54.014" v="3" actId="26606"/>
          <ac:spMkLst>
            <pc:docMk/>
            <pc:sldMk cId="0" sldId="258"/>
            <ac:spMk id="3" creationId="{00000000-0000-0000-0000-000000000000}"/>
          </ac:spMkLst>
        </pc:spChg>
        <pc:spChg chg="add">
          <ac:chgData name="Justan Dunn" userId="898b75fbe16c95f3" providerId="LiveId" clId="{387D94C4-47D2-4830-A98F-A0EE0557D8FD}" dt="2025-06-15T20:39:54.014" v="3" actId="26606"/>
          <ac:spMkLst>
            <pc:docMk/>
            <pc:sldMk cId="0" sldId="258"/>
            <ac:spMk id="9" creationId="{9F7D5CDA-D291-4307-BF55-1381FED29634}"/>
          </ac:spMkLst>
        </pc:spChg>
        <pc:picChg chg="add">
          <ac:chgData name="Justan Dunn" userId="898b75fbe16c95f3" providerId="LiveId" clId="{387D94C4-47D2-4830-A98F-A0EE0557D8FD}" dt="2025-06-15T20:39:54.014" v="3" actId="26606"/>
          <ac:picMkLst>
            <pc:docMk/>
            <pc:sldMk cId="0" sldId="258"/>
            <ac:picMk id="5" creationId="{50058056-C8F7-B1FC-D87E-C7243F0BA318}"/>
          </ac:picMkLst>
        </pc:picChg>
      </pc:sldChg>
      <pc:sldChg chg="addSp modSp mod setBg">
        <pc:chgData name="Justan Dunn" userId="898b75fbe16c95f3" providerId="LiveId" clId="{387D94C4-47D2-4830-A98F-A0EE0557D8FD}" dt="2025-06-15T20:39:59.249" v="4" actId="26606"/>
        <pc:sldMkLst>
          <pc:docMk/>
          <pc:sldMk cId="0" sldId="259"/>
        </pc:sldMkLst>
        <pc:spChg chg="mod">
          <ac:chgData name="Justan Dunn" userId="898b75fbe16c95f3" providerId="LiveId" clId="{387D94C4-47D2-4830-A98F-A0EE0557D8FD}" dt="2025-06-15T20:39:59.249" v="4" actId="26606"/>
          <ac:spMkLst>
            <pc:docMk/>
            <pc:sldMk cId="0" sldId="259"/>
            <ac:spMk id="2" creationId="{00000000-0000-0000-0000-000000000000}"/>
          </ac:spMkLst>
        </pc:spChg>
        <pc:spChg chg="mod">
          <ac:chgData name="Justan Dunn" userId="898b75fbe16c95f3" providerId="LiveId" clId="{387D94C4-47D2-4830-A98F-A0EE0557D8FD}" dt="2025-06-15T20:39:59.249" v="4" actId="26606"/>
          <ac:spMkLst>
            <pc:docMk/>
            <pc:sldMk cId="0" sldId="259"/>
            <ac:spMk id="3" creationId="{00000000-0000-0000-0000-000000000000}"/>
          </ac:spMkLst>
        </pc:spChg>
        <pc:spChg chg="add">
          <ac:chgData name="Justan Dunn" userId="898b75fbe16c95f3" providerId="LiveId" clId="{387D94C4-47D2-4830-A98F-A0EE0557D8FD}" dt="2025-06-15T20:39:59.249" v="4" actId="26606"/>
          <ac:spMkLst>
            <pc:docMk/>
            <pc:sldMk cId="0" sldId="259"/>
            <ac:spMk id="9" creationId="{9F7D5CDA-D291-4307-BF55-1381FED29634}"/>
          </ac:spMkLst>
        </pc:spChg>
        <pc:picChg chg="add">
          <ac:chgData name="Justan Dunn" userId="898b75fbe16c95f3" providerId="LiveId" clId="{387D94C4-47D2-4830-A98F-A0EE0557D8FD}" dt="2025-06-15T20:39:59.249" v="4" actId="26606"/>
          <ac:picMkLst>
            <pc:docMk/>
            <pc:sldMk cId="0" sldId="259"/>
            <ac:picMk id="5" creationId="{74A5CF6F-7932-D850-0E72-AF8A13FFC4B4}"/>
          </ac:picMkLst>
        </pc:picChg>
      </pc:sldChg>
      <pc:sldChg chg="addSp delSp modSp mod setBg">
        <pc:chgData name="Justan Dunn" userId="898b75fbe16c95f3" providerId="LiveId" clId="{387D94C4-47D2-4830-A98F-A0EE0557D8FD}" dt="2025-06-15T20:40:09.191" v="5" actId="26606"/>
        <pc:sldMkLst>
          <pc:docMk/>
          <pc:sldMk cId="0" sldId="260"/>
        </pc:sldMkLst>
        <pc:spChg chg="mod">
          <ac:chgData name="Justan Dunn" userId="898b75fbe16c95f3" providerId="LiveId" clId="{387D94C4-47D2-4830-A98F-A0EE0557D8FD}" dt="2025-06-15T20:40:09.191" v="5" actId="26606"/>
          <ac:spMkLst>
            <pc:docMk/>
            <pc:sldMk cId="0" sldId="260"/>
            <ac:spMk id="2" creationId="{00000000-0000-0000-0000-000000000000}"/>
          </ac:spMkLst>
        </pc:spChg>
        <pc:spChg chg="del">
          <ac:chgData name="Justan Dunn" userId="898b75fbe16c95f3" providerId="LiveId" clId="{387D94C4-47D2-4830-A98F-A0EE0557D8FD}" dt="2025-06-15T20:40:09.191" v="5" actId="26606"/>
          <ac:spMkLst>
            <pc:docMk/>
            <pc:sldMk cId="0" sldId="260"/>
            <ac:spMk id="3" creationId="{00000000-0000-0000-0000-000000000000}"/>
          </ac:spMkLst>
        </pc:spChg>
        <pc:spChg chg="add">
          <ac:chgData name="Justan Dunn" userId="898b75fbe16c95f3" providerId="LiveId" clId="{387D94C4-47D2-4830-A98F-A0EE0557D8FD}" dt="2025-06-15T20:40:09.191" v="5" actId="26606"/>
          <ac:spMkLst>
            <pc:docMk/>
            <pc:sldMk cId="0" sldId="260"/>
            <ac:spMk id="9" creationId="{BACC6370-2D7E-4714-9D71-7542949D7D5D}"/>
          </ac:spMkLst>
        </pc:spChg>
        <pc:spChg chg="add">
          <ac:chgData name="Justan Dunn" userId="898b75fbe16c95f3" providerId="LiveId" clId="{387D94C4-47D2-4830-A98F-A0EE0557D8FD}" dt="2025-06-15T20:40:09.191" v="5" actId="26606"/>
          <ac:spMkLst>
            <pc:docMk/>
            <pc:sldMk cId="0" sldId="260"/>
            <ac:spMk id="11" creationId="{F68B3F68-107C-434F-AA38-110D5EA91B85}"/>
          </ac:spMkLst>
        </pc:spChg>
        <pc:spChg chg="add">
          <ac:chgData name="Justan Dunn" userId="898b75fbe16c95f3" providerId="LiveId" clId="{387D94C4-47D2-4830-A98F-A0EE0557D8FD}" dt="2025-06-15T20:40:09.191" v="5" actId="26606"/>
          <ac:spMkLst>
            <pc:docMk/>
            <pc:sldMk cId="0" sldId="260"/>
            <ac:spMk id="13" creationId="{AAD0DBB9-1A4B-4391-81D4-CB19F9AB918A}"/>
          </ac:spMkLst>
        </pc:spChg>
        <pc:spChg chg="add">
          <ac:chgData name="Justan Dunn" userId="898b75fbe16c95f3" providerId="LiveId" clId="{387D94C4-47D2-4830-A98F-A0EE0557D8FD}" dt="2025-06-15T20:40:09.191" v="5" actId="26606"/>
          <ac:spMkLst>
            <pc:docMk/>
            <pc:sldMk cId="0" sldId="260"/>
            <ac:spMk id="15" creationId="{063BBA22-50EA-4C4D-BE05-F1CE4E63AA56}"/>
          </ac:spMkLst>
        </pc:spChg>
        <pc:graphicFrameChg chg="add">
          <ac:chgData name="Justan Dunn" userId="898b75fbe16c95f3" providerId="LiveId" clId="{387D94C4-47D2-4830-A98F-A0EE0557D8FD}" dt="2025-06-15T20:40:09.191" v="5" actId="26606"/>
          <ac:graphicFrameMkLst>
            <pc:docMk/>
            <pc:sldMk cId="0" sldId="260"/>
            <ac:graphicFrameMk id="5" creationId="{2507749F-6759-BFC3-B9D3-84C74AF2706A}"/>
          </ac:graphicFrameMkLst>
        </pc:graphicFrameChg>
      </pc:sldChg>
      <pc:sldChg chg="addSp modSp mod setBg">
        <pc:chgData name="Justan Dunn" userId="898b75fbe16c95f3" providerId="LiveId" clId="{387D94C4-47D2-4830-A98F-A0EE0557D8FD}" dt="2025-06-15T20:40:17.763" v="6" actId="26606"/>
        <pc:sldMkLst>
          <pc:docMk/>
          <pc:sldMk cId="0" sldId="261"/>
        </pc:sldMkLst>
        <pc:spChg chg="mod">
          <ac:chgData name="Justan Dunn" userId="898b75fbe16c95f3" providerId="LiveId" clId="{387D94C4-47D2-4830-A98F-A0EE0557D8FD}" dt="2025-06-15T20:40:17.763" v="6" actId="26606"/>
          <ac:spMkLst>
            <pc:docMk/>
            <pc:sldMk cId="0" sldId="261"/>
            <ac:spMk id="2" creationId="{00000000-0000-0000-0000-000000000000}"/>
          </ac:spMkLst>
        </pc:spChg>
        <pc:spChg chg="mod">
          <ac:chgData name="Justan Dunn" userId="898b75fbe16c95f3" providerId="LiveId" clId="{387D94C4-47D2-4830-A98F-A0EE0557D8FD}" dt="2025-06-15T20:40:17.763" v="6" actId="26606"/>
          <ac:spMkLst>
            <pc:docMk/>
            <pc:sldMk cId="0" sldId="261"/>
            <ac:spMk id="3" creationId="{00000000-0000-0000-0000-000000000000}"/>
          </ac:spMkLst>
        </pc:spChg>
        <pc:spChg chg="add">
          <ac:chgData name="Justan Dunn" userId="898b75fbe16c95f3" providerId="LiveId" clId="{387D94C4-47D2-4830-A98F-A0EE0557D8FD}" dt="2025-06-15T20:40:17.763" v="6" actId="26606"/>
          <ac:spMkLst>
            <pc:docMk/>
            <pc:sldMk cId="0" sldId="261"/>
            <ac:spMk id="9" creationId="{C0763A76-9F1C-4FC5-82B7-DD475DA461B2}"/>
          </ac:spMkLst>
        </pc:spChg>
        <pc:spChg chg="add">
          <ac:chgData name="Justan Dunn" userId="898b75fbe16c95f3" providerId="LiveId" clId="{387D94C4-47D2-4830-A98F-A0EE0557D8FD}" dt="2025-06-15T20:40:17.763" v="6" actId="26606"/>
          <ac:spMkLst>
            <pc:docMk/>
            <pc:sldMk cId="0" sldId="261"/>
            <ac:spMk id="11" creationId="{E81BF4F6-F2CF-4984-9D14-D6966D92F99F}"/>
          </ac:spMkLst>
        </pc:spChg>
        <pc:picChg chg="add">
          <ac:chgData name="Justan Dunn" userId="898b75fbe16c95f3" providerId="LiveId" clId="{387D94C4-47D2-4830-A98F-A0EE0557D8FD}" dt="2025-06-15T20:40:17.763" v="6" actId="26606"/>
          <ac:picMkLst>
            <pc:docMk/>
            <pc:sldMk cId="0" sldId="261"/>
            <ac:picMk id="5" creationId="{D6D614AB-3C7F-C74C-9B55-0CE82E71C167}"/>
          </ac:picMkLst>
        </pc:picChg>
      </pc:sldChg>
      <pc:sldChg chg="addSp delSp modSp mod setBg">
        <pc:chgData name="Justan Dunn" userId="898b75fbe16c95f3" providerId="LiveId" clId="{387D94C4-47D2-4830-A98F-A0EE0557D8FD}" dt="2025-06-15T20:40:33.711" v="9" actId="26606"/>
        <pc:sldMkLst>
          <pc:docMk/>
          <pc:sldMk cId="0" sldId="262"/>
        </pc:sldMkLst>
        <pc:spChg chg="mod">
          <ac:chgData name="Justan Dunn" userId="898b75fbe16c95f3" providerId="LiveId" clId="{387D94C4-47D2-4830-A98F-A0EE0557D8FD}" dt="2025-06-15T20:40:33.688" v="8" actId="26606"/>
          <ac:spMkLst>
            <pc:docMk/>
            <pc:sldMk cId="0" sldId="262"/>
            <ac:spMk id="2" creationId="{00000000-0000-0000-0000-000000000000}"/>
          </ac:spMkLst>
        </pc:spChg>
        <pc:spChg chg="del mod">
          <ac:chgData name="Justan Dunn" userId="898b75fbe16c95f3" providerId="LiveId" clId="{387D94C4-47D2-4830-A98F-A0EE0557D8FD}" dt="2025-06-15T20:40:33.711" v="9" actId="26606"/>
          <ac:spMkLst>
            <pc:docMk/>
            <pc:sldMk cId="0" sldId="262"/>
            <ac:spMk id="3" creationId="{00000000-0000-0000-0000-000000000000}"/>
          </ac:spMkLst>
        </pc:spChg>
        <pc:spChg chg="add del">
          <ac:chgData name="Justan Dunn" userId="898b75fbe16c95f3" providerId="LiveId" clId="{387D94C4-47D2-4830-A98F-A0EE0557D8FD}" dt="2025-06-15T20:40:33.688" v="8" actId="26606"/>
          <ac:spMkLst>
            <pc:docMk/>
            <pc:sldMk cId="0" sldId="262"/>
            <ac:spMk id="8" creationId="{70DFC902-7D23-471A-B557-B6B6917D7A0D}"/>
          </ac:spMkLst>
        </pc:spChg>
        <pc:spChg chg="add del">
          <ac:chgData name="Justan Dunn" userId="898b75fbe16c95f3" providerId="LiveId" clId="{387D94C4-47D2-4830-A98F-A0EE0557D8FD}" dt="2025-06-15T20:40:33.688" v="8" actId="26606"/>
          <ac:spMkLst>
            <pc:docMk/>
            <pc:sldMk cId="0" sldId="262"/>
            <ac:spMk id="10" creationId="{A55D5633-D557-4DCA-982C-FF36EB7A1C00}"/>
          </ac:spMkLst>
        </pc:spChg>
        <pc:spChg chg="add del">
          <ac:chgData name="Justan Dunn" userId="898b75fbe16c95f3" providerId="LiveId" clId="{387D94C4-47D2-4830-A98F-A0EE0557D8FD}" dt="2025-06-15T20:40:33.688" v="8" actId="26606"/>
          <ac:spMkLst>
            <pc:docMk/>
            <pc:sldMk cId="0" sldId="262"/>
            <ac:spMk id="12" creationId="{450D3AD2-FA80-415F-A9CE-54D884561CD7}"/>
          </ac:spMkLst>
        </pc:spChg>
        <pc:graphicFrameChg chg="add">
          <ac:chgData name="Justan Dunn" userId="898b75fbe16c95f3" providerId="LiveId" clId="{387D94C4-47D2-4830-A98F-A0EE0557D8FD}" dt="2025-06-15T20:40:33.711" v="9" actId="26606"/>
          <ac:graphicFrameMkLst>
            <pc:docMk/>
            <pc:sldMk cId="0" sldId="262"/>
            <ac:graphicFrameMk id="5" creationId="{6BE27827-8252-71C7-4C00-60241374EE9E}"/>
          </ac:graphicFrameMkLst>
        </pc:graphicFrameChg>
      </pc:sldChg>
      <pc:sldChg chg="addSp modSp mod setBg">
        <pc:chgData name="Justan Dunn" userId="898b75fbe16c95f3" providerId="LiveId" clId="{387D94C4-47D2-4830-A98F-A0EE0557D8FD}" dt="2025-06-15T20:40:46.164" v="10" actId="26606"/>
        <pc:sldMkLst>
          <pc:docMk/>
          <pc:sldMk cId="0" sldId="263"/>
        </pc:sldMkLst>
        <pc:spChg chg="mod">
          <ac:chgData name="Justan Dunn" userId="898b75fbe16c95f3" providerId="LiveId" clId="{387D94C4-47D2-4830-A98F-A0EE0557D8FD}" dt="2025-06-15T20:40:46.164" v="10" actId="26606"/>
          <ac:spMkLst>
            <pc:docMk/>
            <pc:sldMk cId="0" sldId="263"/>
            <ac:spMk id="2" creationId="{00000000-0000-0000-0000-000000000000}"/>
          </ac:spMkLst>
        </pc:spChg>
        <pc:spChg chg="mod">
          <ac:chgData name="Justan Dunn" userId="898b75fbe16c95f3" providerId="LiveId" clId="{387D94C4-47D2-4830-A98F-A0EE0557D8FD}" dt="2025-06-15T20:40:46.164" v="10" actId="26606"/>
          <ac:spMkLst>
            <pc:docMk/>
            <pc:sldMk cId="0" sldId="263"/>
            <ac:spMk id="3" creationId="{00000000-0000-0000-0000-000000000000}"/>
          </ac:spMkLst>
        </pc:spChg>
        <pc:spChg chg="add">
          <ac:chgData name="Justan Dunn" userId="898b75fbe16c95f3" providerId="LiveId" clId="{387D94C4-47D2-4830-A98F-A0EE0557D8FD}" dt="2025-06-15T20:40:46.164" v="10" actId="26606"/>
          <ac:spMkLst>
            <pc:docMk/>
            <pc:sldMk cId="0" sldId="263"/>
            <ac:spMk id="8" creationId="{09588DA8-065E-4F6F-8EFD-43104AB2E0CF}"/>
          </ac:spMkLst>
        </pc:spChg>
        <pc:spChg chg="add">
          <ac:chgData name="Justan Dunn" userId="898b75fbe16c95f3" providerId="LiveId" clId="{387D94C4-47D2-4830-A98F-A0EE0557D8FD}" dt="2025-06-15T20:40:46.164" v="10" actId="26606"/>
          <ac:spMkLst>
            <pc:docMk/>
            <pc:sldMk cId="0" sldId="263"/>
            <ac:spMk id="10" creationId="{C4285719-470E-454C-AF62-8323075F1F5B}"/>
          </ac:spMkLst>
        </pc:spChg>
        <pc:spChg chg="add">
          <ac:chgData name="Justan Dunn" userId="898b75fbe16c95f3" providerId="LiveId" clId="{387D94C4-47D2-4830-A98F-A0EE0557D8FD}" dt="2025-06-15T20:40:46.164" v="10" actId="26606"/>
          <ac:spMkLst>
            <pc:docMk/>
            <pc:sldMk cId="0" sldId="263"/>
            <ac:spMk id="12" creationId="{CD9FE4EF-C4D8-49A0-B2FF-81D8DB7D8A24}"/>
          </ac:spMkLst>
        </pc:spChg>
        <pc:spChg chg="add">
          <ac:chgData name="Justan Dunn" userId="898b75fbe16c95f3" providerId="LiveId" clId="{387D94C4-47D2-4830-A98F-A0EE0557D8FD}" dt="2025-06-15T20:40:46.164" v="10" actId="26606"/>
          <ac:spMkLst>
            <pc:docMk/>
            <pc:sldMk cId="0" sldId="263"/>
            <ac:spMk id="14" creationId="{4300840D-0A0B-4512-BACA-B439D5B9C57C}"/>
          </ac:spMkLst>
        </pc:spChg>
        <pc:spChg chg="add">
          <ac:chgData name="Justan Dunn" userId="898b75fbe16c95f3" providerId="LiveId" clId="{387D94C4-47D2-4830-A98F-A0EE0557D8FD}" dt="2025-06-15T20:40:46.164" v="10" actId="26606"/>
          <ac:spMkLst>
            <pc:docMk/>
            <pc:sldMk cId="0" sldId="263"/>
            <ac:spMk id="16" creationId="{D2B78728-A580-49A7-84F9-6EF6F583ADE0}"/>
          </ac:spMkLst>
        </pc:spChg>
        <pc:spChg chg="add">
          <ac:chgData name="Justan Dunn" userId="898b75fbe16c95f3" providerId="LiveId" clId="{387D94C4-47D2-4830-A98F-A0EE0557D8FD}" dt="2025-06-15T20:40:46.164" v="10" actId="26606"/>
          <ac:spMkLst>
            <pc:docMk/>
            <pc:sldMk cId="0" sldId="263"/>
            <ac:spMk id="18" creationId="{38FAA1A1-D861-433F-88FA-1E9D6FD31D11}"/>
          </ac:spMkLst>
        </pc:spChg>
        <pc:spChg chg="add">
          <ac:chgData name="Justan Dunn" userId="898b75fbe16c95f3" providerId="LiveId" clId="{387D94C4-47D2-4830-A98F-A0EE0557D8FD}" dt="2025-06-15T20:40:46.164" v="10" actId="26606"/>
          <ac:spMkLst>
            <pc:docMk/>
            <pc:sldMk cId="0" sldId="263"/>
            <ac:spMk id="20" creationId="{8D71EDA1-87BF-4D5D-AB79-F346FD19278A}"/>
          </ac:spMkLst>
        </pc:spChg>
      </pc:sldChg>
    </pc:docChg>
  </pc:docChgLst>
</pc:chgInfo>
</file>

<file path=ppt/diagrams/_rels/data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svg"/><Relationship Id="rId1" Type="http://schemas.openxmlformats.org/officeDocument/2006/relationships/image" Target="../media/image5.png"/><Relationship Id="rId6" Type="http://schemas.openxmlformats.org/officeDocument/2006/relationships/image" Target="../media/image10.svg"/><Relationship Id="rId5" Type="http://schemas.openxmlformats.org/officeDocument/2006/relationships/image" Target="../media/image9.png"/><Relationship Id="rId4" Type="http://schemas.openxmlformats.org/officeDocument/2006/relationships/image" Target="../media/image8.svg"/></Relationships>
</file>

<file path=ppt/diagrams/_rels/data2.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svg"/><Relationship Id="rId1" Type="http://schemas.openxmlformats.org/officeDocument/2006/relationships/image" Target="../media/image12.png"/><Relationship Id="rId6" Type="http://schemas.openxmlformats.org/officeDocument/2006/relationships/image" Target="../media/image17.svg"/><Relationship Id="rId5" Type="http://schemas.openxmlformats.org/officeDocument/2006/relationships/image" Target="../media/image16.png"/><Relationship Id="rId4" Type="http://schemas.openxmlformats.org/officeDocument/2006/relationships/image" Target="../media/image15.svg"/></Relationships>
</file>

<file path=ppt/diagrams/_rels/drawing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svg"/><Relationship Id="rId1" Type="http://schemas.openxmlformats.org/officeDocument/2006/relationships/image" Target="../media/image5.png"/><Relationship Id="rId6" Type="http://schemas.openxmlformats.org/officeDocument/2006/relationships/image" Target="../media/image10.svg"/><Relationship Id="rId5" Type="http://schemas.openxmlformats.org/officeDocument/2006/relationships/image" Target="../media/image9.png"/><Relationship Id="rId4" Type="http://schemas.openxmlformats.org/officeDocument/2006/relationships/image" Target="../media/image8.svg"/></Relationships>
</file>

<file path=ppt/diagrams/_rels/drawing2.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svg"/><Relationship Id="rId1" Type="http://schemas.openxmlformats.org/officeDocument/2006/relationships/image" Target="../media/image12.png"/><Relationship Id="rId6" Type="http://schemas.openxmlformats.org/officeDocument/2006/relationships/image" Target="../media/image17.svg"/><Relationship Id="rId5" Type="http://schemas.openxmlformats.org/officeDocument/2006/relationships/image" Target="../media/image16.png"/><Relationship Id="rId4" Type="http://schemas.openxmlformats.org/officeDocument/2006/relationships/image" Target="../media/image15.svg"/></Relationships>
</file>

<file path=ppt/diagrams/colors1.xml><?xml version="1.0" encoding="utf-8"?>
<dgm:colorsDef xmlns:dgm="http://schemas.openxmlformats.org/drawingml/2006/diagram" xmlns:a="http://schemas.openxmlformats.org/drawingml/2006/main" uniqueId="urn:microsoft.com/office/officeart/2018/5/colors/Iconchunking_neutralbg_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a:alpha val="0"/>
      </a:schemeClr>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0AE97BFC-6E46-469F-8D33-18152FB6EF8E}" type="doc">
      <dgm:prSet loTypeId="urn:microsoft.com/office/officeart/2018/2/layout/IconLabelList" loCatId="icon" qsTypeId="urn:microsoft.com/office/officeart/2005/8/quickstyle/simple1" qsCatId="simple" csTypeId="urn:microsoft.com/office/officeart/2018/5/colors/Iconchunking_neutralbg_colorful2" csCatId="colorful" phldr="1"/>
      <dgm:spPr/>
      <dgm:t>
        <a:bodyPr/>
        <a:lstStyle/>
        <a:p>
          <a:endParaRPr lang="en-US"/>
        </a:p>
      </dgm:t>
    </dgm:pt>
    <dgm:pt modelId="{1CBABC59-6C0D-48C5-9600-1D1B2853730A}">
      <dgm:prSet/>
      <dgm:spPr/>
      <dgm:t>
        <a:bodyPr/>
        <a:lstStyle/>
        <a:p>
          <a:r>
            <a:rPr lang="en-US"/>
            <a:t>• Use by law enforcement for public surveillance can lead to overreach.</a:t>
          </a:r>
        </a:p>
      </dgm:t>
    </dgm:pt>
    <dgm:pt modelId="{A73F212D-4DF7-47DB-9C9B-4D7F1ACAB7A8}" type="parTrans" cxnId="{DA4BFC9F-5720-4CC8-BDD4-BBBA8F79FEE2}">
      <dgm:prSet/>
      <dgm:spPr/>
      <dgm:t>
        <a:bodyPr/>
        <a:lstStyle/>
        <a:p>
          <a:endParaRPr lang="en-US"/>
        </a:p>
      </dgm:t>
    </dgm:pt>
    <dgm:pt modelId="{D6E968DE-E4C5-4B91-8CCF-0FBA8F51B829}" type="sibTrans" cxnId="{DA4BFC9F-5720-4CC8-BDD4-BBBA8F79FEE2}">
      <dgm:prSet/>
      <dgm:spPr/>
      <dgm:t>
        <a:bodyPr/>
        <a:lstStyle/>
        <a:p>
          <a:endParaRPr lang="en-US"/>
        </a:p>
      </dgm:t>
    </dgm:pt>
    <dgm:pt modelId="{E578AE4D-42A5-4DED-93EC-9C11CF44AB6A}">
      <dgm:prSet/>
      <dgm:spPr/>
      <dgm:t>
        <a:bodyPr/>
        <a:lstStyle/>
        <a:p>
          <a:r>
            <a:rPr lang="en-US"/>
            <a:t>• Potential for racial profiling or targeting of protests.</a:t>
          </a:r>
        </a:p>
      </dgm:t>
    </dgm:pt>
    <dgm:pt modelId="{57EADE00-6697-4932-B067-C1766B5D86F4}" type="parTrans" cxnId="{04BED9A8-5572-4B51-942D-F9A98FF177D7}">
      <dgm:prSet/>
      <dgm:spPr/>
      <dgm:t>
        <a:bodyPr/>
        <a:lstStyle/>
        <a:p>
          <a:endParaRPr lang="en-US"/>
        </a:p>
      </dgm:t>
    </dgm:pt>
    <dgm:pt modelId="{479C280A-9596-4655-A29F-B7FC8D62D4E2}" type="sibTrans" cxnId="{04BED9A8-5572-4B51-942D-F9A98FF177D7}">
      <dgm:prSet/>
      <dgm:spPr/>
      <dgm:t>
        <a:bodyPr/>
        <a:lstStyle/>
        <a:p>
          <a:endParaRPr lang="en-US"/>
        </a:p>
      </dgm:t>
    </dgm:pt>
    <dgm:pt modelId="{D97F8594-CE4B-4194-9F5E-E03675B06151}">
      <dgm:prSet/>
      <dgm:spPr/>
      <dgm:t>
        <a:bodyPr/>
        <a:lstStyle/>
        <a:p>
          <a:r>
            <a:rPr lang="en-US"/>
            <a:t>• Ethical frameworks require transparency and oversight.</a:t>
          </a:r>
        </a:p>
      </dgm:t>
    </dgm:pt>
    <dgm:pt modelId="{C2704263-25DA-4F73-802E-AB4203C1D3E7}" type="parTrans" cxnId="{E7AD64E4-6037-4E31-9E62-BC6A0ACAC5F4}">
      <dgm:prSet/>
      <dgm:spPr/>
      <dgm:t>
        <a:bodyPr/>
        <a:lstStyle/>
        <a:p>
          <a:endParaRPr lang="en-US"/>
        </a:p>
      </dgm:t>
    </dgm:pt>
    <dgm:pt modelId="{408EEB13-413F-4B78-B340-0CAC62125573}" type="sibTrans" cxnId="{E7AD64E4-6037-4E31-9E62-BC6A0ACAC5F4}">
      <dgm:prSet/>
      <dgm:spPr/>
      <dgm:t>
        <a:bodyPr/>
        <a:lstStyle/>
        <a:p>
          <a:endParaRPr lang="en-US"/>
        </a:p>
      </dgm:t>
    </dgm:pt>
    <dgm:pt modelId="{B54C58DE-8A9E-48AD-ACE3-35DFBA4F46A5}" type="pres">
      <dgm:prSet presAssocID="{0AE97BFC-6E46-469F-8D33-18152FB6EF8E}" presName="root" presStyleCnt="0">
        <dgm:presLayoutVars>
          <dgm:dir/>
          <dgm:resizeHandles val="exact"/>
        </dgm:presLayoutVars>
      </dgm:prSet>
      <dgm:spPr/>
    </dgm:pt>
    <dgm:pt modelId="{0E5B1574-80F1-46BD-95B1-23F7CF906788}" type="pres">
      <dgm:prSet presAssocID="{1CBABC59-6C0D-48C5-9600-1D1B2853730A}" presName="compNode" presStyleCnt="0"/>
      <dgm:spPr/>
    </dgm:pt>
    <dgm:pt modelId="{E2AFDB92-A8A1-4D63-9A38-BB8286503CEA}" type="pres">
      <dgm:prSet presAssocID="{1CBABC59-6C0D-48C5-9600-1D1B2853730A}" presName="iconRect" presStyleLbl="node1" presStyleIdx="0" presStyleCnt="3"/>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Security Camera"/>
        </a:ext>
      </dgm:extLst>
    </dgm:pt>
    <dgm:pt modelId="{8D8060C2-49C2-4234-8D30-AF84B586CB55}" type="pres">
      <dgm:prSet presAssocID="{1CBABC59-6C0D-48C5-9600-1D1B2853730A}" presName="spaceRect" presStyleCnt="0"/>
      <dgm:spPr/>
    </dgm:pt>
    <dgm:pt modelId="{B154BD58-038B-46D1-BF60-BC1220EF8886}" type="pres">
      <dgm:prSet presAssocID="{1CBABC59-6C0D-48C5-9600-1D1B2853730A}" presName="textRect" presStyleLbl="revTx" presStyleIdx="0" presStyleCnt="3">
        <dgm:presLayoutVars>
          <dgm:chMax val="1"/>
          <dgm:chPref val="1"/>
        </dgm:presLayoutVars>
      </dgm:prSet>
      <dgm:spPr/>
    </dgm:pt>
    <dgm:pt modelId="{5CFBC6B6-F879-489A-AA35-DA98B571AF2B}" type="pres">
      <dgm:prSet presAssocID="{D6E968DE-E4C5-4B91-8CCF-0FBA8F51B829}" presName="sibTrans" presStyleCnt="0"/>
      <dgm:spPr/>
    </dgm:pt>
    <dgm:pt modelId="{F969BED3-ADA4-4D41-B6B2-DC3F8CC69F48}" type="pres">
      <dgm:prSet presAssocID="{E578AE4D-42A5-4DED-93EC-9C11CF44AB6A}" presName="compNode" presStyleCnt="0"/>
      <dgm:spPr/>
    </dgm:pt>
    <dgm:pt modelId="{831FE031-728F-4234-B4B0-94EB082B2263}" type="pres">
      <dgm:prSet presAssocID="{E578AE4D-42A5-4DED-93EC-9C11CF44AB6A}" presName="iconRect" presStyleLbl="node1" presStyleIdx="1" presStyleCnt="3"/>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Target Audience"/>
        </a:ext>
      </dgm:extLst>
    </dgm:pt>
    <dgm:pt modelId="{8BBAC0DF-FC86-41C1-86AA-ACA2A93ECCD8}" type="pres">
      <dgm:prSet presAssocID="{E578AE4D-42A5-4DED-93EC-9C11CF44AB6A}" presName="spaceRect" presStyleCnt="0"/>
      <dgm:spPr/>
    </dgm:pt>
    <dgm:pt modelId="{0E21FC28-D227-41ED-A21B-0AB25BE86E2F}" type="pres">
      <dgm:prSet presAssocID="{E578AE4D-42A5-4DED-93EC-9C11CF44AB6A}" presName="textRect" presStyleLbl="revTx" presStyleIdx="1" presStyleCnt="3">
        <dgm:presLayoutVars>
          <dgm:chMax val="1"/>
          <dgm:chPref val="1"/>
        </dgm:presLayoutVars>
      </dgm:prSet>
      <dgm:spPr/>
    </dgm:pt>
    <dgm:pt modelId="{1E1C4961-776D-4D8A-9E5B-C040B2EF1E41}" type="pres">
      <dgm:prSet presAssocID="{479C280A-9596-4655-A29F-B7FC8D62D4E2}" presName="sibTrans" presStyleCnt="0"/>
      <dgm:spPr/>
    </dgm:pt>
    <dgm:pt modelId="{AA4E9A36-9D28-4CAE-9F29-0EFB9FE51B4A}" type="pres">
      <dgm:prSet presAssocID="{D97F8594-CE4B-4194-9F5E-E03675B06151}" presName="compNode" presStyleCnt="0"/>
      <dgm:spPr/>
    </dgm:pt>
    <dgm:pt modelId="{0AFB5847-2C56-409B-9905-E007C542EEF7}" type="pres">
      <dgm:prSet presAssocID="{D97F8594-CE4B-4194-9F5E-E03675B06151}" presName="iconRect" presStyleLbl="node1" presStyleIdx="2" presStyleCnt="3"/>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Scales of Justice"/>
        </a:ext>
      </dgm:extLst>
    </dgm:pt>
    <dgm:pt modelId="{C6AED5B9-547F-4938-880A-FFF821D7818E}" type="pres">
      <dgm:prSet presAssocID="{D97F8594-CE4B-4194-9F5E-E03675B06151}" presName="spaceRect" presStyleCnt="0"/>
      <dgm:spPr/>
    </dgm:pt>
    <dgm:pt modelId="{B822FDEA-C12F-4BC9-BDC9-1ED968CF095C}" type="pres">
      <dgm:prSet presAssocID="{D97F8594-CE4B-4194-9F5E-E03675B06151}" presName="textRect" presStyleLbl="revTx" presStyleIdx="2" presStyleCnt="3">
        <dgm:presLayoutVars>
          <dgm:chMax val="1"/>
          <dgm:chPref val="1"/>
        </dgm:presLayoutVars>
      </dgm:prSet>
      <dgm:spPr/>
    </dgm:pt>
  </dgm:ptLst>
  <dgm:cxnLst>
    <dgm:cxn modelId="{F38D559A-8406-4E0E-8285-A8465E0E6392}" type="presOf" srcId="{E578AE4D-42A5-4DED-93EC-9C11CF44AB6A}" destId="{0E21FC28-D227-41ED-A21B-0AB25BE86E2F}" srcOrd="0" destOrd="0" presId="urn:microsoft.com/office/officeart/2018/2/layout/IconLabelList"/>
    <dgm:cxn modelId="{DA4BFC9F-5720-4CC8-BDD4-BBBA8F79FEE2}" srcId="{0AE97BFC-6E46-469F-8D33-18152FB6EF8E}" destId="{1CBABC59-6C0D-48C5-9600-1D1B2853730A}" srcOrd="0" destOrd="0" parTransId="{A73F212D-4DF7-47DB-9C9B-4D7F1ACAB7A8}" sibTransId="{D6E968DE-E4C5-4B91-8CCF-0FBA8F51B829}"/>
    <dgm:cxn modelId="{04BED9A8-5572-4B51-942D-F9A98FF177D7}" srcId="{0AE97BFC-6E46-469F-8D33-18152FB6EF8E}" destId="{E578AE4D-42A5-4DED-93EC-9C11CF44AB6A}" srcOrd="1" destOrd="0" parTransId="{57EADE00-6697-4932-B067-C1766B5D86F4}" sibTransId="{479C280A-9596-4655-A29F-B7FC8D62D4E2}"/>
    <dgm:cxn modelId="{643323BE-7908-4279-9B28-F62DEB187AB4}" type="presOf" srcId="{0AE97BFC-6E46-469F-8D33-18152FB6EF8E}" destId="{B54C58DE-8A9E-48AD-ACE3-35DFBA4F46A5}" srcOrd="0" destOrd="0" presId="urn:microsoft.com/office/officeart/2018/2/layout/IconLabelList"/>
    <dgm:cxn modelId="{1967F5CD-9745-499A-B02A-7952E3290045}" type="presOf" srcId="{D97F8594-CE4B-4194-9F5E-E03675B06151}" destId="{B822FDEA-C12F-4BC9-BDC9-1ED968CF095C}" srcOrd="0" destOrd="0" presId="urn:microsoft.com/office/officeart/2018/2/layout/IconLabelList"/>
    <dgm:cxn modelId="{534FBAD7-A87C-49F6-B20E-5C7A9DA08EC4}" type="presOf" srcId="{1CBABC59-6C0D-48C5-9600-1D1B2853730A}" destId="{B154BD58-038B-46D1-BF60-BC1220EF8886}" srcOrd="0" destOrd="0" presId="urn:microsoft.com/office/officeart/2018/2/layout/IconLabelList"/>
    <dgm:cxn modelId="{E7AD64E4-6037-4E31-9E62-BC6A0ACAC5F4}" srcId="{0AE97BFC-6E46-469F-8D33-18152FB6EF8E}" destId="{D97F8594-CE4B-4194-9F5E-E03675B06151}" srcOrd="2" destOrd="0" parTransId="{C2704263-25DA-4F73-802E-AB4203C1D3E7}" sibTransId="{408EEB13-413F-4B78-B340-0CAC62125573}"/>
    <dgm:cxn modelId="{BF69076C-375C-42AF-AAE6-4CA06C075D13}" type="presParOf" srcId="{B54C58DE-8A9E-48AD-ACE3-35DFBA4F46A5}" destId="{0E5B1574-80F1-46BD-95B1-23F7CF906788}" srcOrd="0" destOrd="0" presId="urn:microsoft.com/office/officeart/2018/2/layout/IconLabelList"/>
    <dgm:cxn modelId="{B947E082-E772-4B17-A417-50A3DDE17AD8}" type="presParOf" srcId="{0E5B1574-80F1-46BD-95B1-23F7CF906788}" destId="{E2AFDB92-A8A1-4D63-9A38-BB8286503CEA}" srcOrd="0" destOrd="0" presId="urn:microsoft.com/office/officeart/2018/2/layout/IconLabelList"/>
    <dgm:cxn modelId="{AF1A8CE9-8F3E-4230-AC30-D6BA44D40939}" type="presParOf" srcId="{0E5B1574-80F1-46BD-95B1-23F7CF906788}" destId="{8D8060C2-49C2-4234-8D30-AF84B586CB55}" srcOrd="1" destOrd="0" presId="urn:microsoft.com/office/officeart/2018/2/layout/IconLabelList"/>
    <dgm:cxn modelId="{53EA2DC5-6152-4464-AEB8-20158F861A90}" type="presParOf" srcId="{0E5B1574-80F1-46BD-95B1-23F7CF906788}" destId="{B154BD58-038B-46D1-BF60-BC1220EF8886}" srcOrd="2" destOrd="0" presId="urn:microsoft.com/office/officeart/2018/2/layout/IconLabelList"/>
    <dgm:cxn modelId="{FC284152-9BFA-43AC-BCC7-4B05DE343933}" type="presParOf" srcId="{B54C58DE-8A9E-48AD-ACE3-35DFBA4F46A5}" destId="{5CFBC6B6-F879-489A-AA35-DA98B571AF2B}" srcOrd="1" destOrd="0" presId="urn:microsoft.com/office/officeart/2018/2/layout/IconLabelList"/>
    <dgm:cxn modelId="{064A4620-778E-400A-8C42-C2C2C19E0617}" type="presParOf" srcId="{B54C58DE-8A9E-48AD-ACE3-35DFBA4F46A5}" destId="{F969BED3-ADA4-4D41-B6B2-DC3F8CC69F48}" srcOrd="2" destOrd="0" presId="urn:microsoft.com/office/officeart/2018/2/layout/IconLabelList"/>
    <dgm:cxn modelId="{931ABD46-F660-40EF-98F8-17A84DEB36F4}" type="presParOf" srcId="{F969BED3-ADA4-4D41-B6B2-DC3F8CC69F48}" destId="{831FE031-728F-4234-B4B0-94EB082B2263}" srcOrd="0" destOrd="0" presId="urn:microsoft.com/office/officeart/2018/2/layout/IconLabelList"/>
    <dgm:cxn modelId="{CD57074E-67F8-4216-B92C-65CBDFE4640F}" type="presParOf" srcId="{F969BED3-ADA4-4D41-B6B2-DC3F8CC69F48}" destId="{8BBAC0DF-FC86-41C1-86AA-ACA2A93ECCD8}" srcOrd="1" destOrd="0" presId="urn:microsoft.com/office/officeart/2018/2/layout/IconLabelList"/>
    <dgm:cxn modelId="{A19D893B-ED3D-4931-B34A-1A5F32EF164E}" type="presParOf" srcId="{F969BED3-ADA4-4D41-B6B2-DC3F8CC69F48}" destId="{0E21FC28-D227-41ED-A21B-0AB25BE86E2F}" srcOrd="2" destOrd="0" presId="urn:microsoft.com/office/officeart/2018/2/layout/IconLabelList"/>
    <dgm:cxn modelId="{6348503B-B0F0-4B36-B763-510184B7FB8F}" type="presParOf" srcId="{B54C58DE-8A9E-48AD-ACE3-35DFBA4F46A5}" destId="{1E1C4961-776D-4D8A-9E5B-C040B2EF1E41}" srcOrd="3" destOrd="0" presId="urn:microsoft.com/office/officeart/2018/2/layout/IconLabelList"/>
    <dgm:cxn modelId="{A1D93814-6544-474E-863B-62EC0905FBF0}" type="presParOf" srcId="{B54C58DE-8A9E-48AD-ACE3-35DFBA4F46A5}" destId="{AA4E9A36-9D28-4CAE-9F29-0EFB9FE51B4A}" srcOrd="4" destOrd="0" presId="urn:microsoft.com/office/officeart/2018/2/layout/IconLabelList"/>
    <dgm:cxn modelId="{6CB0B6C5-405F-4046-8812-50DE52A08A59}" type="presParOf" srcId="{AA4E9A36-9D28-4CAE-9F29-0EFB9FE51B4A}" destId="{0AFB5847-2C56-409B-9905-E007C542EEF7}" srcOrd="0" destOrd="0" presId="urn:microsoft.com/office/officeart/2018/2/layout/IconLabelList"/>
    <dgm:cxn modelId="{C7F2A5B6-A877-45FF-B015-F516BB6323C9}" type="presParOf" srcId="{AA4E9A36-9D28-4CAE-9F29-0EFB9FE51B4A}" destId="{C6AED5B9-547F-4938-880A-FFF821D7818E}" srcOrd="1" destOrd="0" presId="urn:microsoft.com/office/officeart/2018/2/layout/IconLabelList"/>
    <dgm:cxn modelId="{BC77130B-5FE0-4218-9B45-CBC27F37EE99}" type="presParOf" srcId="{AA4E9A36-9D28-4CAE-9F29-0EFB9FE51B4A}" destId="{B822FDEA-C12F-4BC9-BDC9-1ED968CF095C}" srcOrd="2" destOrd="0" presId="urn:microsoft.com/office/officeart/2018/2/layout/IconLabel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590E2C75-DA4F-44C5-8390-69E1202A955F}" type="doc">
      <dgm:prSet loTypeId="urn:microsoft.com/office/officeart/2018/2/layout/IconVerticalSolidList" loCatId="icon" qsTypeId="urn:microsoft.com/office/officeart/2005/8/quickstyle/simple1" qsCatId="simple" csTypeId="urn:microsoft.com/office/officeart/2005/8/colors/accent1_2" csCatId="accent1" phldr="1"/>
      <dgm:spPr/>
      <dgm:t>
        <a:bodyPr/>
        <a:lstStyle/>
        <a:p>
          <a:endParaRPr lang="en-US"/>
        </a:p>
      </dgm:t>
    </dgm:pt>
    <dgm:pt modelId="{D7E85089-7EDA-4543-9D97-C4D9E4514E8E}">
      <dgm:prSet/>
      <dgm:spPr/>
      <dgm:t>
        <a:bodyPr/>
        <a:lstStyle/>
        <a:p>
          <a:pPr>
            <a:lnSpc>
              <a:spcPct val="100000"/>
            </a:lnSpc>
          </a:pPr>
          <a:r>
            <a:rPr lang="en-US"/>
            <a:t>• Transparency, accountability, and consent are essential pillars.</a:t>
          </a:r>
        </a:p>
      </dgm:t>
    </dgm:pt>
    <dgm:pt modelId="{BEF31CF7-9A35-47FC-8956-59A970AD23AF}" type="parTrans" cxnId="{BEEA7457-5432-44B2-BAAD-D54112FC96D5}">
      <dgm:prSet/>
      <dgm:spPr/>
      <dgm:t>
        <a:bodyPr/>
        <a:lstStyle/>
        <a:p>
          <a:endParaRPr lang="en-US"/>
        </a:p>
      </dgm:t>
    </dgm:pt>
    <dgm:pt modelId="{1C4C52C5-D6E8-4E44-B534-DFE17C56C0BC}" type="sibTrans" cxnId="{BEEA7457-5432-44B2-BAAD-D54112FC96D5}">
      <dgm:prSet/>
      <dgm:spPr/>
      <dgm:t>
        <a:bodyPr/>
        <a:lstStyle/>
        <a:p>
          <a:endParaRPr lang="en-US"/>
        </a:p>
      </dgm:t>
    </dgm:pt>
    <dgm:pt modelId="{8099DFAA-859B-4C78-9A24-8E25FA733BE2}">
      <dgm:prSet/>
      <dgm:spPr/>
      <dgm:t>
        <a:bodyPr/>
        <a:lstStyle/>
        <a:p>
          <a:pPr>
            <a:lnSpc>
              <a:spcPct val="100000"/>
            </a:lnSpc>
          </a:pPr>
          <a:r>
            <a:rPr lang="en-US"/>
            <a:t>• Ethical frameworks must evolve with technology.</a:t>
          </a:r>
        </a:p>
      </dgm:t>
    </dgm:pt>
    <dgm:pt modelId="{575AB1F6-11A7-4227-B5EB-92458CB92433}" type="parTrans" cxnId="{CEA8DEF7-4D73-45A2-8D3E-EC1224D09DCC}">
      <dgm:prSet/>
      <dgm:spPr/>
      <dgm:t>
        <a:bodyPr/>
        <a:lstStyle/>
        <a:p>
          <a:endParaRPr lang="en-US"/>
        </a:p>
      </dgm:t>
    </dgm:pt>
    <dgm:pt modelId="{8110D327-9010-4C36-B16B-89C1C3152D10}" type="sibTrans" cxnId="{CEA8DEF7-4D73-45A2-8D3E-EC1224D09DCC}">
      <dgm:prSet/>
      <dgm:spPr/>
      <dgm:t>
        <a:bodyPr/>
        <a:lstStyle/>
        <a:p>
          <a:endParaRPr lang="en-US"/>
        </a:p>
      </dgm:t>
    </dgm:pt>
    <dgm:pt modelId="{456B165C-AC03-4140-8AA6-25343B5C3B95}">
      <dgm:prSet/>
      <dgm:spPr/>
      <dgm:t>
        <a:bodyPr/>
        <a:lstStyle/>
        <a:p>
          <a:pPr>
            <a:lnSpc>
              <a:spcPct val="100000"/>
            </a:lnSpc>
          </a:pPr>
          <a:r>
            <a:rPr lang="en-US"/>
            <a:t>• Suggested: Ethics boards, public policies, and stronger FAA guidelines for civilian drone use.</a:t>
          </a:r>
        </a:p>
      </dgm:t>
    </dgm:pt>
    <dgm:pt modelId="{A5122B6A-6191-4558-887C-52FA56E30EFB}" type="parTrans" cxnId="{55A280C9-C538-4862-89A5-21FB25790A16}">
      <dgm:prSet/>
      <dgm:spPr/>
      <dgm:t>
        <a:bodyPr/>
        <a:lstStyle/>
        <a:p>
          <a:endParaRPr lang="en-US"/>
        </a:p>
      </dgm:t>
    </dgm:pt>
    <dgm:pt modelId="{A0873C09-33D3-438A-A4A7-AB02ECCA717A}" type="sibTrans" cxnId="{55A280C9-C538-4862-89A5-21FB25790A16}">
      <dgm:prSet/>
      <dgm:spPr/>
      <dgm:t>
        <a:bodyPr/>
        <a:lstStyle/>
        <a:p>
          <a:endParaRPr lang="en-US"/>
        </a:p>
      </dgm:t>
    </dgm:pt>
    <dgm:pt modelId="{E7AD4C98-34FF-4769-B358-1C6569F09962}" type="pres">
      <dgm:prSet presAssocID="{590E2C75-DA4F-44C5-8390-69E1202A955F}" presName="root" presStyleCnt="0">
        <dgm:presLayoutVars>
          <dgm:dir/>
          <dgm:resizeHandles val="exact"/>
        </dgm:presLayoutVars>
      </dgm:prSet>
      <dgm:spPr/>
    </dgm:pt>
    <dgm:pt modelId="{11D5810E-7F17-4F51-9730-4C9BD880E0E8}" type="pres">
      <dgm:prSet presAssocID="{D7E85089-7EDA-4543-9D97-C4D9E4514E8E}" presName="compNode" presStyleCnt="0"/>
      <dgm:spPr/>
    </dgm:pt>
    <dgm:pt modelId="{1F78890F-B9F9-4333-9C80-6548719B372C}" type="pres">
      <dgm:prSet presAssocID="{D7E85089-7EDA-4543-9D97-C4D9E4514E8E}" presName="bgRect" presStyleLbl="bgShp" presStyleIdx="0" presStyleCnt="3"/>
      <dgm:spPr/>
    </dgm:pt>
    <dgm:pt modelId="{A9FEFB7E-2721-47F1-9FCB-A2EDB5E6B045}" type="pres">
      <dgm:prSet presAssocID="{D7E85089-7EDA-4543-9D97-C4D9E4514E8E}" presName="iconRect" presStyleLbl="node1" presStyleIdx="0" presStyleCnt="3"/>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dgm:spPr>
      <dgm:extLst>
        <a:ext uri="{E40237B7-FDA0-4F09-8148-C483321AD2D9}">
          <dgm14:cNvPr xmlns:dgm14="http://schemas.microsoft.com/office/drawing/2010/diagram" id="0" name="" descr="Contract"/>
        </a:ext>
      </dgm:extLst>
    </dgm:pt>
    <dgm:pt modelId="{AAF9D8D0-89E6-4F30-A33B-32535A63DF9C}" type="pres">
      <dgm:prSet presAssocID="{D7E85089-7EDA-4543-9D97-C4D9E4514E8E}" presName="spaceRect" presStyleCnt="0"/>
      <dgm:spPr/>
    </dgm:pt>
    <dgm:pt modelId="{D889EB73-CD2C-43A4-A35A-7A4642D9AFEF}" type="pres">
      <dgm:prSet presAssocID="{D7E85089-7EDA-4543-9D97-C4D9E4514E8E}" presName="parTx" presStyleLbl="revTx" presStyleIdx="0" presStyleCnt="3">
        <dgm:presLayoutVars>
          <dgm:chMax val="0"/>
          <dgm:chPref val="0"/>
        </dgm:presLayoutVars>
      </dgm:prSet>
      <dgm:spPr/>
    </dgm:pt>
    <dgm:pt modelId="{0B72D77D-F6A8-4EFB-9118-3F91DE711B27}" type="pres">
      <dgm:prSet presAssocID="{1C4C52C5-D6E8-4E44-B534-DFE17C56C0BC}" presName="sibTrans" presStyleCnt="0"/>
      <dgm:spPr/>
    </dgm:pt>
    <dgm:pt modelId="{A34DB800-7A74-4017-B05D-EBC780505003}" type="pres">
      <dgm:prSet presAssocID="{8099DFAA-859B-4C78-9A24-8E25FA733BE2}" presName="compNode" presStyleCnt="0"/>
      <dgm:spPr/>
    </dgm:pt>
    <dgm:pt modelId="{A7468CEF-E11C-4520-80BD-7185D36ADBA9}" type="pres">
      <dgm:prSet presAssocID="{8099DFAA-859B-4C78-9A24-8E25FA733BE2}" presName="bgRect" presStyleLbl="bgShp" presStyleIdx="1" presStyleCnt="3"/>
      <dgm:spPr/>
    </dgm:pt>
    <dgm:pt modelId="{79386BCF-99CA-4B47-AF46-D57A432FD57E}" type="pres">
      <dgm:prSet presAssocID="{8099DFAA-859B-4C78-9A24-8E25FA733BE2}" presName="iconRect" presStyleLbl="node1" presStyleIdx="1" presStyleCnt="3"/>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dgm:spPr>
      <dgm:extLst>
        <a:ext uri="{E40237B7-FDA0-4F09-8148-C483321AD2D9}">
          <dgm14:cNvPr xmlns:dgm14="http://schemas.microsoft.com/office/drawing/2010/diagram" id="0" name="" descr="Business Growth"/>
        </a:ext>
      </dgm:extLst>
    </dgm:pt>
    <dgm:pt modelId="{A79D6D72-C45C-4812-91EA-C2E81D8AA9D9}" type="pres">
      <dgm:prSet presAssocID="{8099DFAA-859B-4C78-9A24-8E25FA733BE2}" presName="spaceRect" presStyleCnt="0"/>
      <dgm:spPr/>
    </dgm:pt>
    <dgm:pt modelId="{A6F5D14E-1B66-4DCD-92E3-0483EE5898ED}" type="pres">
      <dgm:prSet presAssocID="{8099DFAA-859B-4C78-9A24-8E25FA733BE2}" presName="parTx" presStyleLbl="revTx" presStyleIdx="1" presStyleCnt="3">
        <dgm:presLayoutVars>
          <dgm:chMax val="0"/>
          <dgm:chPref val="0"/>
        </dgm:presLayoutVars>
      </dgm:prSet>
      <dgm:spPr/>
    </dgm:pt>
    <dgm:pt modelId="{CD51B113-D905-486C-B2F7-557195968DA4}" type="pres">
      <dgm:prSet presAssocID="{8110D327-9010-4C36-B16B-89C1C3152D10}" presName="sibTrans" presStyleCnt="0"/>
      <dgm:spPr/>
    </dgm:pt>
    <dgm:pt modelId="{F05EAB26-D924-49A0-88D1-7AB44E14BEE3}" type="pres">
      <dgm:prSet presAssocID="{456B165C-AC03-4140-8AA6-25343B5C3B95}" presName="compNode" presStyleCnt="0"/>
      <dgm:spPr/>
    </dgm:pt>
    <dgm:pt modelId="{DA5E123F-6CB2-4BDD-9297-E53F85CC25B4}" type="pres">
      <dgm:prSet presAssocID="{456B165C-AC03-4140-8AA6-25343B5C3B95}" presName="bgRect" presStyleLbl="bgShp" presStyleIdx="2" presStyleCnt="3"/>
      <dgm:spPr/>
    </dgm:pt>
    <dgm:pt modelId="{EC933A7A-4358-4BC6-B2EB-E5330B240168}" type="pres">
      <dgm:prSet presAssocID="{456B165C-AC03-4140-8AA6-25343B5C3B95}" presName="iconRect" presStyleLbl="node1" presStyleIdx="2" presStyleCnt="3"/>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dgm:spPr>
      <dgm:extLst>
        <a:ext uri="{E40237B7-FDA0-4F09-8148-C483321AD2D9}">
          <dgm14:cNvPr xmlns:dgm14="http://schemas.microsoft.com/office/drawing/2010/diagram" id="0" name="" descr="Pilot"/>
        </a:ext>
      </dgm:extLst>
    </dgm:pt>
    <dgm:pt modelId="{1572C93F-F760-4998-94A8-BCEBAB9A628D}" type="pres">
      <dgm:prSet presAssocID="{456B165C-AC03-4140-8AA6-25343B5C3B95}" presName="spaceRect" presStyleCnt="0"/>
      <dgm:spPr/>
    </dgm:pt>
    <dgm:pt modelId="{9E346DDA-73AB-4A7B-888D-D5BC7CABFE2C}" type="pres">
      <dgm:prSet presAssocID="{456B165C-AC03-4140-8AA6-25343B5C3B95}" presName="parTx" presStyleLbl="revTx" presStyleIdx="2" presStyleCnt="3">
        <dgm:presLayoutVars>
          <dgm:chMax val="0"/>
          <dgm:chPref val="0"/>
        </dgm:presLayoutVars>
      </dgm:prSet>
      <dgm:spPr/>
    </dgm:pt>
  </dgm:ptLst>
  <dgm:cxnLst>
    <dgm:cxn modelId="{3520D549-5D6A-4D4C-A1D0-03E92DD93F40}" type="presOf" srcId="{8099DFAA-859B-4C78-9A24-8E25FA733BE2}" destId="{A6F5D14E-1B66-4DCD-92E3-0483EE5898ED}" srcOrd="0" destOrd="0" presId="urn:microsoft.com/office/officeart/2018/2/layout/IconVerticalSolidList"/>
    <dgm:cxn modelId="{BEEA7457-5432-44B2-BAAD-D54112FC96D5}" srcId="{590E2C75-DA4F-44C5-8390-69E1202A955F}" destId="{D7E85089-7EDA-4543-9D97-C4D9E4514E8E}" srcOrd="0" destOrd="0" parTransId="{BEF31CF7-9A35-47FC-8956-59A970AD23AF}" sibTransId="{1C4C52C5-D6E8-4E44-B534-DFE17C56C0BC}"/>
    <dgm:cxn modelId="{FB8E5F7A-11AC-4AA1-A4FA-29DFAE2BFA18}" type="presOf" srcId="{D7E85089-7EDA-4543-9D97-C4D9E4514E8E}" destId="{D889EB73-CD2C-43A4-A35A-7A4642D9AFEF}" srcOrd="0" destOrd="0" presId="urn:microsoft.com/office/officeart/2018/2/layout/IconVerticalSolidList"/>
    <dgm:cxn modelId="{C2B2C29E-D00C-48A2-8B4F-9D8855459366}" type="presOf" srcId="{590E2C75-DA4F-44C5-8390-69E1202A955F}" destId="{E7AD4C98-34FF-4769-B358-1C6569F09962}" srcOrd="0" destOrd="0" presId="urn:microsoft.com/office/officeart/2018/2/layout/IconVerticalSolidList"/>
    <dgm:cxn modelId="{55A280C9-C538-4862-89A5-21FB25790A16}" srcId="{590E2C75-DA4F-44C5-8390-69E1202A955F}" destId="{456B165C-AC03-4140-8AA6-25343B5C3B95}" srcOrd="2" destOrd="0" parTransId="{A5122B6A-6191-4558-887C-52FA56E30EFB}" sibTransId="{A0873C09-33D3-438A-A4A7-AB02ECCA717A}"/>
    <dgm:cxn modelId="{96FD97CA-97CA-4349-9934-8FDBF7BAEBDB}" type="presOf" srcId="{456B165C-AC03-4140-8AA6-25343B5C3B95}" destId="{9E346DDA-73AB-4A7B-888D-D5BC7CABFE2C}" srcOrd="0" destOrd="0" presId="urn:microsoft.com/office/officeart/2018/2/layout/IconVerticalSolidList"/>
    <dgm:cxn modelId="{CEA8DEF7-4D73-45A2-8D3E-EC1224D09DCC}" srcId="{590E2C75-DA4F-44C5-8390-69E1202A955F}" destId="{8099DFAA-859B-4C78-9A24-8E25FA733BE2}" srcOrd="1" destOrd="0" parTransId="{575AB1F6-11A7-4227-B5EB-92458CB92433}" sibTransId="{8110D327-9010-4C36-B16B-89C1C3152D10}"/>
    <dgm:cxn modelId="{F07E3DC4-9848-43E6-BA40-49FA1A5398A1}" type="presParOf" srcId="{E7AD4C98-34FF-4769-B358-1C6569F09962}" destId="{11D5810E-7F17-4F51-9730-4C9BD880E0E8}" srcOrd="0" destOrd="0" presId="urn:microsoft.com/office/officeart/2018/2/layout/IconVerticalSolidList"/>
    <dgm:cxn modelId="{BC52469C-5B24-44AB-B71D-D91E3D2A4F5D}" type="presParOf" srcId="{11D5810E-7F17-4F51-9730-4C9BD880E0E8}" destId="{1F78890F-B9F9-4333-9C80-6548719B372C}" srcOrd="0" destOrd="0" presId="urn:microsoft.com/office/officeart/2018/2/layout/IconVerticalSolidList"/>
    <dgm:cxn modelId="{4456BF48-B249-429B-A135-103F652921CB}" type="presParOf" srcId="{11D5810E-7F17-4F51-9730-4C9BD880E0E8}" destId="{A9FEFB7E-2721-47F1-9FCB-A2EDB5E6B045}" srcOrd="1" destOrd="0" presId="urn:microsoft.com/office/officeart/2018/2/layout/IconVerticalSolidList"/>
    <dgm:cxn modelId="{EF046978-6A72-463C-99A1-2B3D7806DCDC}" type="presParOf" srcId="{11D5810E-7F17-4F51-9730-4C9BD880E0E8}" destId="{AAF9D8D0-89E6-4F30-A33B-32535A63DF9C}" srcOrd="2" destOrd="0" presId="urn:microsoft.com/office/officeart/2018/2/layout/IconVerticalSolidList"/>
    <dgm:cxn modelId="{24AC7C35-E013-42AE-B3DA-364B26CD684C}" type="presParOf" srcId="{11D5810E-7F17-4F51-9730-4C9BD880E0E8}" destId="{D889EB73-CD2C-43A4-A35A-7A4642D9AFEF}" srcOrd="3" destOrd="0" presId="urn:microsoft.com/office/officeart/2018/2/layout/IconVerticalSolidList"/>
    <dgm:cxn modelId="{9678785C-D32B-4022-9D3E-8E764BE4E517}" type="presParOf" srcId="{E7AD4C98-34FF-4769-B358-1C6569F09962}" destId="{0B72D77D-F6A8-4EFB-9118-3F91DE711B27}" srcOrd="1" destOrd="0" presId="urn:microsoft.com/office/officeart/2018/2/layout/IconVerticalSolidList"/>
    <dgm:cxn modelId="{688DAF98-CA9B-4E4F-811D-C73708B12345}" type="presParOf" srcId="{E7AD4C98-34FF-4769-B358-1C6569F09962}" destId="{A34DB800-7A74-4017-B05D-EBC780505003}" srcOrd="2" destOrd="0" presId="urn:microsoft.com/office/officeart/2018/2/layout/IconVerticalSolidList"/>
    <dgm:cxn modelId="{C87978E9-13AA-4974-AEED-3293F4ED2B48}" type="presParOf" srcId="{A34DB800-7A74-4017-B05D-EBC780505003}" destId="{A7468CEF-E11C-4520-80BD-7185D36ADBA9}" srcOrd="0" destOrd="0" presId="urn:microsoft.com/office/officeart/2018/2/layout/IconVerticalSolidList"/>
    <dgm:cxn modelId="{D83AD6CC-EE4D-48A4-95BE-8DE9DED22215}" type="presParOf" srcId="{A34DB800-7A74-4017-B05D-EBC780505003}" destId="{79386BCF-99CA-4B47-AF46-D57A432FD57E}" srcOrd="1" destOrd="0" presId="urn:microsoft.com/office/officeart/2018/2/layout/IconVerticalSolidList"/>
    <dgm:cxn modelId="{24874952-CDDC-47DC-B565-171C75C8217C}" type="presParOf" srcId="{A34DB800-7A74-4017-B05D-EBC780505003}" destId="{A79D6D72-C45C-4812-91EA-C2E81D8AA9D9}" srcOrd="2" destOrd="0" presId="urn:microsoft.com/office/officeart/2018/2/layout/IconVerticalSolidList"/>
    <dgm:cxn modelId="{6F136552-ABAD-4EF2-B393-B68E95275EED}" type="presParOf" srcId="{A34DB800-7A74-4017-B05D-EBC780505003}" destId="{A6F5D14E-1B66-4DCD-92E3-0483EE5898ED}" srcOrd="3" destOrd="0" presId="urn:microsoft.com/office/officeart/2018/2/layout/IconVerticalSolidList"/>
    <dgm:cxn modelId="{67F855D6-3421-4BB6-B74D-076BDE33E8B4}" type="presParOf" srcId="{E7AD4C98-34FF-4769-B358-1C6569F09962}" destId="{CD51B113-D905-486C-B2F7-557195968DA4}" srcOrd="3" destOrd="0" presId="urn:microsoft.com/office/officeart/2018/2/layout/IconVerticalSolidList"/>
    <dgm:cxn modelId="{62117623-8230-4CEA-B1B0-8D616223F152}" type="presParOf" srcId="{E7AD4C98-34FF-4769-B358-1C6569F09962}" destId="{F05EAB26-D924-49A0-88D1-7AB44E14BEE3}" srcOrd="4" destOrd="0" presId="urn:microsoft.com/office/officeart/2018/2/layout/IconVerticalSolidList"/>
    <dgm:cxn modelId="{AD7DC8EB-BDDA-41EF-8D8D-CE5723F0F3B1}" type="presParOf" srcId="{F05EAB26-D924-49A0-88D1-7AB44E14BEE3}" destId="{DA5E123F-6CB2-4BDD-9297-E53F85CC25B4}" srcOrd="0" destOrd="0" presId="urn:microsoft.com/office/officeart/2018/2/layout/IconVerticalSolidList"/>
    <dgm:cxn modelId="{FB821894-058C-4A7A-BD36-4D98019A51C8}" type="presParOf" srcId="{F05EAB26-D924-49A0-88D1-7AB44E14BEE3}" destId="{EC933A7A-4358-4BC6-B2EB-E5330B240168}" srcOrd="1" destOrd="0" presId="urn:microsoft.com/office/officeart/2018/2/layout/IconVerticalSolidList"/>
    <dgm:cxn modelId="{12888EB6-5E11-4B36-84B5-FBD0EE5A76FC}" type="presParOf" srcId="{F05EAB26-D924-49A0-88D1-7AB44E14BEE3}" destId="{1572C93F-F760-4998-94A8-BCEBAB9A628D}" srcOrd="2" destOrd="0" presId="urn:microsoft.com/office/officeart/2018/2/layout/IconVerticalSolidList"/>
    <dgm:cxn modelId="{060785EC-0C91-4720-A023-DD0BA85922DF}" type="presParOf" srcId="{F05EAB26-D924-49A0-88D1-7AB44E14BEE3}" destId="{9E346DDA-73AB-4A7B-888D-D5BC7CABFE2C}"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2AFDB92-A8A1-4D63-9A38-BB8286503CEA}">
      <dsp:nvSpPr>
        <dsp:cNvPr id="0" name=""/>
        <dsp:cNvSpPr/>
      </dsp:nvSpPr>
      <dsp:spPr>
        <a:xfrm>
          <a:off x="738477" y="1037662"/>
          <a:ext cx="1079825" cy="1079825"/>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B154BD58-038B-46D1-BF60-BC1220EF8886}">
      <dsp:nvSpPr>
        <dsp:cNvPr id="0" name=""/>
        <dsp:cNvSpPr/>
      </dsp:nvSpPr>
      <dsp:spPr>
        <a:xfrm>
          <a:off x="78583" y="2435142"/>
          <a:ext cx="2399612"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755650">
            <a:lnSpc>
              <a:spcPct val="90000"/>
            </a:lnSpc>
            <a:spcBef>
              <a:spcPct val="0"/>
            </a:spcBef>
            <a:spcAft>
              <a:spcPct val="35000"/>
            </a:spcAft>
            <a:buNone/>
          </a:pPr>
          <a:r>
            <a:rPr lang="en-US" sz="1700" kern="1200"/>
            <a:t>• Use by law enforcement for public surveillance can lead to overreach.</a:t>
          </a:r>
        </a:p>
      </dsp:txBody>
      <dsp:txXfrm>
        <a:off x="78583" y="2435142"/>
        <a:ext cx="2399612" cy="720000"/>
      </dsp:txXfrm>
    </dsp:sp>
    <dsp:sp modelId="{831FE031-728F-4234-B4B0-94EB082B2263}">
      <dsp:nvSpPr>
        <dsp:cNvPr id="0" name=""/>
        <dsp:cNvSpPr/>
      </dsp:nvSpPr>
      <dsp:spPr>
        <a:xfrm>
          <a:off x="3558022" y="1037662"/>
          <a:ext cx="1079825" cy="1079825"/>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0E21FC28-D227-41ED-A21B-0AB25BE86E2F}">
      <dsp:nvSpPr>
        <dsp:cNvPr id="0" name=""/>
        <dsp:cNvSpPr/>
      </dsp:nvSpPr>
      <dsp:spPr>
        <a:xfrm>
          <a:off x="2898129" y="2435142"/>
          <a:ext cx="2399612"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755650">
            <a:lnSpc>
              <a:spcPct val="90000"/>
            </a:lnSpc>
            <a:spcBef>
              <a:spcPct val="0"/>
            </a:spcBef>
            <a:spcAft>
              <a:spcPct val="35000"/>
            </a:spcAft>
            <a:buNone/>
          </a:pPr>
          <a:r>
            <a:rPr lang="en-US" sz="1700" kern="1200"/>
            <a:t>• Potential for racial profiling or targeting of protests.</a:t>
          </a:r>
        </a:p>
      </dsp:txBody>
      <dsp:txXfrm>
        <a:off x="2898129" y="2435142"/>
        <a:ext cx="2399612" cy="720000"/>
      </dsp:txXfrm>
    </dsp:sp>
    <dsp:sp modelId="{0AFB5847-2C56-409B-9905-E007C542EEF7}">
      <dsp:nvSpPr>
        <dsp:cNvPr id="0" name=""/>
        <dsp:cNvSpPr/>
      </dsp:nvSpPr>
      <dsp:spPr>
        <a:xfrm>
          <a:off x="6377567" y="1037662"/>
          <a:ext cx="1079825" cy="1079825"/>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B822FDEA-C12F-4BC9-BDC9-1ED968CF095C}">
      <dsp:nvSpPr>
        <dsp:cNvPr id="0" name=""/>
        <dsp:cNvSpPr/>
      </dsp:nvSpPr>
      <dsp:spPr>
        <a:xfrm>
          <a:off x="5717674" y="2435142"/>
          <a:ext cx="2399612"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755650">
            <a:lnSpc>
              <a:spcPct val="90000"/>
            </a:lnSpc>
            <a:spcBef>
              <a:spcPct val="0"/>
            </a:spcBef>
            <a:spcAft>
              <a:spcPct val="35000"/>
            </a:spcAft>
            <a:buNone/>
          </a:pPr>
          <a:r>
            <a:rPr lang="en-US" sz="1700" kern="1200"/>
            <a:t>• Ethical frameworks require transparency and oversight.</a:t>
          </a:r>
        </a:p>
      </dsp:txBody>
      <dsp:txXfrm>
        <a:off x="5717674" y="2435142"/>
        <a:ext cx="2399612" cy="720000"/>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F78890F-B9F9-4333-9C80-6548719B372C}">
      <dsp:nvSpPr>
        <dsp:cNvPr id="0" name=""/>
        <dsp:cNvSpPr/>
      </dsp:nvSpPr>
      <dsp:spPr>
        <a:xfrm>
          <a:off x="0" y="552"/>
          <a:ext cx="8229600" cy="1292816"/>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A9FEFB7E-2721-47F1-9FCB-A2EDB5E6B045}">
      <dsp:nvSpPr>
        <dsp:cNvPr id="0" name=""/>
        <dsp:cNvSpPr/>
      </dsp:nvSpPr>
      <dsp:spPr>
        <a:xfrm>
          <a:off x="391077" y="291436"/>
          <a:ext cx="711049" cy="711049"/>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D889EB73-CD2C-43A4-A35A-7A4642D9AFEF}">
      <dsp:nvSpPr>
        <dsp:cNvPr id="0" name=""/>
        <dsp:cNvSpPr/>
      </dsp:nvSpPr>
      <dsp:spPr>
        <a:xfrm>
          <a:off x="1493203" y="552"/>
          <a:ext cx="6736396" cy="129281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6823" tIns="136823" rIns="136823" bIns="136823" numCol="1" spcCol="1270" anchor="ctr" anchorCtr="0">
          <a:noAutofit/>
        </a:bodyPr>
        <a:lstStyle/>
        <a:p>
          <a:pPr marL="0" lvl="0" indent="0" algn="l" defTabSz="1111250">
            <a:lnSpc>
              <a:spcPct val="100000"/>
            </a:lnSpc>
            <a:spcBef>
              <a:spcPct val="0"/>
            </a:spcBef>
            <a:spcAft>
              <a:spcPct val="35000"/>
            </a:spcAft>
            <a:buNone/>
          </a:pPr>
          <a:r>
            <a:rPr lang="en-US" sz="2500" kern="1200"/>
            <a:t>• Transparency, accountability, and consent are essential pillars.</a:t>
          </a:r>
        </a:p>
      </dsp:txBody>
      <dsp:txXfrm>
        <a:off x="1493203" y="552"/>
        <a:ext cx="6736396" cy="1292816"/>
      </dsp:txXfrm>
    </dsp:sp>
    <dsp:sp modelId="{A7468CEF-E11C-4520-80BD-7185D36ADBA9}">
      <dsp:nvSpPr>
        <dsp:cNvPr id="0" name=""/>
        <dsp:cNvSpPr/>
      </dsp:nvSpPr>
      <dsp:spPr>
        <a:xfrm>
          <a:off x="0" y="1616573"/>
          <a:ext cx="8229600" cy="1292816"/>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79386BCF-99CA-4B47-AF46-D57A432FD57E}">
      <dsp:nvSpPr>
        <dsp:cNvPr id="0" name=""/>
        <dsp:cNvSpPr/>
      </dsp:nvSpPr>
      <dsp:spPr>
        <a:xfrm>
          <a:off x="391077" y="1907456"/>
          <a:ext cx="711049" cy="711049"/>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A6F5D14E-1B66-4DCD-92E3-0483EE5898ED}">
      <dsp:nvSpPr>
        <dsp:cNvPr id="0" name=""/>
        <dsp:cNvSpPr/>
      </dsp:nvSpPr>
      <dsp:spPr>
        <a:xfrm>
          <a:off x="1493203" y="1616573"/>
          <a:ext cx="6736396" cy="129281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6823" tIns="136823" rIns="136823" bIns="136823" numCol="1" spcCol="1270" anchor="ctr" anchorCtr="0">
          <a:noAutofit/>
        </a:bodyPr>
        <a:lstStyle/>
        <a:p>
          <a:pPr marL="0" lvl="0" indent="0" algn="l" defTabSz="1111250">
            <a:lnSpc>
              <a:spcPct val="100000"/>
            </a:lnSpc>
            <a:spcBef>
              <a:spcPct val="0"/>
            </a:spcBef>
            <a:spcAft>
              <a:spcPct val="35000"/>
            </a:spcAft>
            <a:buNone/>
          </a:pPr>
          <a:r>
            <a:rPr lang="en-US" sz="2500" kern="1200"/>
            <a:t>• Ethical frameworks must evolve with technology.</a:t>
          </a:r>
        </a:p>
      </dsp:txBody>
      <dsp:txXfrm>
        <a:off x="1493203" y="1616573"/>
        <a:ext cx="6736396" cy="1292816"/>
      </dsp:txXfrm>
    </dsp:sp>
    <dsp:sp modelId="{DA5E123F-6CB2-4BDD-9297-E53F85CC25B4}">
      <dsp:nvSpPr>
        <dsp:cNvPr id="0" name=""/>
        <dsp:cNvSpPr/>
      </dsp:nvSpPr>
      <dsp:spPr>
        <a:xfrm>
          <a:off x="0" y="3232593"/>
          <a:ext cx="8229600" cy="1292816"/>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EC933A7A-4358-4BC6-B2EB-E5330B240168}">
      <dsp:nvSpPr>
        <dsp:cNvPr id="0" name=""/>
        <dsp:cNvSpPr/>
      </dsp:nvSpPr>
      <dsp:spPr>
        <a:xfrm>
          <a:off x="391077" y="3523477"/>
          <a:ext cx="711049" cy="711049"/>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9E346DDA-73AB-4A7B-888D-D5BC7CABFE2C}">
      <dsp:nvSpPr>
        <dsp:cNvPr id="0" name=""/>
        <dsp:cNvSpPr/>
      </dsp:nvSpPr>
      <dsp:spPr>
        <a:xfrm>
          <a:off x="1493203" y="3232593"/>
          <a:ext cx="6736396" cy="129281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6823" tIns="136823" rIns="136823" bIns="136823" numCol="1" spcCol="1270" anchor="ctr" anchorCtr="0">
          <a:noAutofit/>
        </a:bodyPr>
        <a:lstStyle/>
        <a:p>
          <a:pPr marL="0" lvl="0" indent="0" algn="l" defTabSz="1111250">
            <a:lnSpc>
              <a:spcPct val="100000"/>
            </a:lnSpc>
            <a:spcBef>
              <a:spcPct val="0"/>
            </a:spcBef>
            <a:spcAft>
              <a:spcPct val="35000"/>
            </a:spcAft>
            <a:buNone/>
          </a:pPr>
          <a:r>
            <a:rPr lang="en-US" sz="2500" kern="1200"/>
            <a:t>• Suggested: Ethics boards, public policies, and stronger FAA guidelines for civilian drone use.</a:t>
          </a:r>
        </a:p>
      </dsp:txBody>
      <dsp:txXfrm>
        <a:off x="1493203" y="3232593"/>
        <a:ext cx="6736396" cy="1292816"/>
      </dsp:txXfrm>
    </dsp:sp>
  </dsp:spTree>
</dsp:drawing>
</file>

<file path=ppt/diagrams/layout1.xml><?xml version="1.0" encoding="utf-8"?>
<dgm:layoutDef xmlns:dgm="http://schemas.openxmlformats.org/drawingml/2006/diagram" xmlns:a="http://schemas.openxmlformats.org/drawingml/2006/main" uniqueId="urn:microsoft.com/office/officeart/2018/2/layout/IconLabelList">
  <dgm:title val="Icon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20"/>
          <dgm:constr type="w" for="ch" forName="sibTrans" refType="w" refFor="ch" refForName="compNode" fact="0.175"/>
          <dgm:constr type="sp" refType="w" refFor="ch" refForName="compNode" op="equ" fact="0.25"/>
          <dgm:constr type="primFontSz" for="des" ptType="node" op="equ" val="50"/>
          <dgm:constr type="h" for="des" forName="compNode" op="equ"/>
          <dgm:constr type="h" for="des" forName="textRect" op="equ"/>
        </dgm:constrLst>
      </dgm:if>
      <dgm:if name="Name5"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6"/>
          <dgm:constr type="h" for="des" forName="compNode" op="equ"/>
          <dgm:constr type="h" for="des" forName="textRect" op="equ"/>
        </dgm:constrLst>
      </dgm:if>
      <dgm:else name="Name6">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7" axis="ch" ptType="node">
      <dgm:layoutNode name="compNode">
        <dgm:alg type="composite"/>
        <dgm:shape xmlns:r="http://schemas.openxmlformats.org/officeDocument/2006/relationships" r:blip="">
          <dgm:adjLst/>
        </dgm:shape>
        <dgm:presOf axis="self"/>
        <dgm:constrLst>
          <dgm:constr type="w" for="ch" forName="iconRect" refType="w" fact="0.45"/>
          <dgm:constr type="h" for="ch" forName="iconRect" refType="w" refFor="ch" refForName="iconRect"/>
          <dgm:constr type="ctrX" for="ch" forName="iconRect" refType="w" fact="0.5"/>
          <dgm:constr type="t" for="ch" forName="iconRect"/>
          <dgm:constr type="h" for="ch" forName="spaceRect" refType="h" fact="0.15"/>
          <dgm:constr type="w" for="ch" forName="spaceRect" refType="w"/>
          <dgm:constr type="l" for="ch" forName="spaceRect"/>
          <dgm:constr type="t" for="ch" forName="spaceRect" refType="b" refFor="ch" refForName="icon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8"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dgm1612:lstStyle>
    </a:ext>
  </dgm:extLst>
</dgm:layoutDef>
</file>

<file path=ppt/diagrams/layout2.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CF673D7-FAE0-47F7-834A-F71C8CD3EA92}" type="datetimeFigureOut">
              <a:rPr lang="en-US" smtClean="0"/>
              <a:t>6/15/2025</a:t>
            </a:fld>
            <a:endParaRPr lang="en-US"/>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3894186-3B7D-45BA-8C06-3710EEB839E2}" type="slidenum">
              <a:rPr lang="en-US" smtClean="0"/>
              <a:t>‹#›</a:t>
            </a:fld>
            <a:endParaRPr lang="en-US"/>
          </a:p>
        </p:txBody>
      </p:sp>
    </p:spTree>
    <p:extLst>
      <p:ext uri="{BB962C8B-B14F-4D97-AF65-F5344CB8AC3E}">
        <p14:creationId xmlns:p14="http://schemas.microsoft.com/office/powerpoint/2010/main" val="203167644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3894186-3B7D-45BA-8C06-3710EEB839E2}" type="slidenum">
              <a:rPr lang="en-US" smtClean="0"/>
              <a:t>2</a:t>
            </a:fld>
            <a:endParaRPr lang="en-US"/>
          </a:p>
        </p:txBody>
      </p:sp>
    </p:spTree>
    <p:extLst>
      <p:ext uri="{BB962C8B-B14F-4D97-AF65-F5344CB8AC3E}">
        <p14:creationId xmlns:p14="http://schemas.microsoft.com/office/powerpoint/2010/main" val="173383502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When drones are equipped with high-resolution cameras and geolocation tools, they can unintentionally—or deliberately—invade personal privacy. Imagine drones flying over private property collecting video footage, or drones used in urban areas that record individuals without their knowledge. This becomes a major concern under ethical frameworks such as the right to autonomy and informed consent. Regulations like the Fourth Amendment in the U.S. or GDPR in the EU emphasize the importance of personal space and consent in data collection. The ethical dilemma lies in balancing public interest, like surveillance for safety, with individual privacy rights. Organizations must adopt strict data governance policies, ensure encrypted storage of visual data, and gain explicit consent when necessary.</a:t>
            </a:r>
          </a:p>
        </p:txBody>
      </p:sp>
      <p:sp>
        <p:nvSpPr>
          <p:cNvPr id="4" name="Slide Number Placeholder 3"/>
          <p:cNvSpPr>
            <a:spLocks noGrp="1"/>
          </p:cNvSpPr>
          <p:nvPr>
            <p:ph type="sldNum" sz="quarter" idx="5"/>
          </p:nvPr>
        </p:nvSpPr>
        <p:spPr/>
        <p:txBody>
          <a:bodyPr/>
          <a:lstStyle/>
          <a:p>
            <a:fld id="{83894186-3B7D-45BA-8C06-3710EEB839E2}" type="slidenum">
              <a:rPr lang="en-US" smtClean="0"/>
              <a:t>3</a:t>
            </a:fld>
            <a:endParaRPr lang="en-US"/>
          </a:p>
        </p:txBody>
      </p:sp>
    </p:spTree>
    <p:extLst>
      <p:ext uri="{BB962C8B-B14F-4D97-AF65-F5344CB8AC3E}">
        <p14:creationId xmlns:p14="http://schemas.microsoft.com/office/powerpoint/2010/main" val="350463057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While drones are instrumental in security and monitoring, they also present opportunities for unjustified surveillance—especially by governments or corporations. Ethical surveillance should be proportionate, justified, and transparent. However, drones can blur these lines when deployed without oversight or judicial review. For example, using drones to monitor protestors or neighborhood activity raises questions about civil liberties and mass surveillance culture. Ethical frameworks like deontology and virtue ethics call for respect of individuals' rights over utilitarian "greater good" justifications. Implementing independent audits, public reporting on drone operations, and citizen review boards can help mitigate misuse and rebuild public trust.</a:t>
            </a:r>
          </a:p>
          <a:p>
            <a:endParaRPr lang="en-US" dirty="0"/>
          </a:p>
        </p:txBody>
      </p:sp>
      <p:sp>
        <p:nvSpPr>
          <p:cNvPr id="4" name="Slide Number Placeholder 3"/>
          <p:cNvSpPr>
            <a:spLocks noGrp="1"/>
          </p:cNvSpPr>
          <p:nvPr>
            <p:ph type="sldNum" sz="quarter" idx="5"/>
          </p:nvPr>
        </p:nvSpPr>
        <p:spPr/>
        <p:txBody>
          <a:bodyPr/>
          <a:lstStyle/>
          <a:p>
            <a:fld id="{83894186-3B7D-45BA-8C06-3710EEB839E2}" type="slidenum">
              <a:rPr lang="en-US" smtClean="0"/>
              <a:t>4</a:t>
            </a:fld>
            <a:endParaRPr lang="en-US"/>
          </a:p>
        </p:txBody>
      </p:sp>
    </p:spTree>
    <p:extLst>
      <p:ext uri="{BB962C8B-B14F-4D97-AF65-F5344CB8AC3E}">
        <p14:creationId xmlns:p14="http://schemas.microsoft.com/office/powerpoint/2010/main" val="115483434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As GIS and drones increasingly rely on AI for decision-making—such as identifying objects or individuals—algorithmic bias becomes a real threat. These algorithms are only as unbiased as the data used to train them. If historical GIS data reflects societal inequality or if facial recognition systems are less accurate for certain demographics, drone-based applications may replicate or even exacerbate these issues. For instance, law enforcement drones may disproportionately target specific communities. The ethical responsibility lies in testing for bias, ensuring datasets are diverse, and continuously auditing AI models for fairness. Ethical AI principles, like those outlined in the EU’s AI Act and IEEE’s Ethically Aligned Design, should guide development and deployment.</a:t>
            </a:r>
          </a:p>
          <a:p>
            <a:endParaRPr lang="en-US" dirty="0"/>
          </a:p>
        </p:txBody>
      </p:sp>
      <p:sp>
        <p:nvSpPr>
          <p:cNvPr id="4" name="Slide Number Placeholder 3"/>
          <p:cNvSpPr>
            <a:spLocks noGrp="1"/>
          </p:cNvSpPr>
          <p:nvPr>
            <p:ph type="sldNum" sz="quarter" idx="5"/>
          </p:nvPr>
        </p:nvSpPr>
        <p:spPr/>
        <p:txBody>
          <a:bodyPr/>
          <a:lstStyle/>
          <a:p>
            <a:fld id="{83894186-3B7D-45BA-8C06-3710EEB839E2}" type="slidenum">
              <a:rPr lang="en-US" smtClean="0"/>
              <a:t>5</a:t>
            </a:fld>
            <a:endParaRPr lang="en-US"/>
          </a:p>
        </p:txBody>
      </p:sp>
    </p:spTree>
    <p:extLst>
      <p:ext uri="{BB962C8B-B14F-4D97-AF65-F5344CB8AC3E}">
        <p14:creationId xmlns:p14="http://schemas.microsoft.com/office/powerpoint/2010/main" val="407615238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Drones designed for civilian uses—like delivery or land surveying—can be repurposed for malicious intent or military applications. This dual-use dilemma introduces significant ethical tension. For example, a GIS-equipped drone can be repurposed for surveillance or targeted strikes. The ease with which drones can be weaponized or hacked also increases national security risks. According to Just War Theory and consequentialist ethics, the means and outcomes of drone usage must be weighed heavily—especially when civilian lives are at stake. Developers and policymakers must implement safeguards like geo-fencing, remote shutdown features, and use licensing to prevent the exploitation of these technologies.</a:t>
            </a:r>
          </a:p>
        </p:txBody>
      </p:sp>
      <p:sp>
        <p:nvSpPr>
          <p:cNvPr id="4" name="Slide Number Placeholder 3"/>
          <p:cNvSpPr>
            <a:spLocks noGrp="1"/>
          </p:cNvSpPr>
          <p:nvPr>
            <p:ph type="sldNum" sz="quarter" idx="5"/>
          </p:nvPr>
        </p:nvSpPr>
        <p:spPr/>
        <p:txBody>
          <a:bodyPr/>
          <a:lstStyle/>
          <a:p>
            <a:fld id="{83894186-3B7D-45BA-8C06-3710EEB839E2}" type="slidenum">
              <a:rPr lang="en-US" smtClean="0"/>
              <a:t>6</a:t>
            </a:fld>
            <a:endParaRPr lang="en-US"/>
          </a:p>
        </p:txBody>
      </p:sp>
    </p:spTree>
    <p:extLst>
      <p:ext uri="{BB962C8B-B14F-4D97-AF65-F5344CB8AC3E}">
        <p14:creationId xmlns:p14="http://schemas.microsoft.com/office/powerpoint/2010/main" val="326070224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6/15/2025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6/15/2025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6/15/2025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6/15/2025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6/15/2025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6/15/2025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6/15/2025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6/15/2025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6/15/2025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6/15/2025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6/15/2025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6/15/2025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Slide Background">
            <a:extLst>
              <a:ext uri="{FF2B5EF4-FFF2-40B4-BE49-F238E27FC236}">
                <a16:creationId xmlns:a16="http://schemas.microsoft.com/office/drawing/2014/main" id="{C0763A76-9F1C-4FC5-82B7-DD475DA461B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0" y="0"/>
            <a:ext cx="9143998"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useBgFill="1">
        <p:nvSpPr>
          <p:cNvPr id="11" name="Rectangle 10">
            <a:extLst>
              <a:ext uri="{FF2B5EF4-FFF2-40B4-BE49-F238E27FC236}">
                <a16:creationId xmlns:a16="http://schemas.microsoft.com/office/drawing/2014/main" id="{E81BF4F6-F2CF-4984-9D14-D6966D92F9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6391835" cy="2285999"/>
          </a:xfrm>
          <a:prstGeom prst="rect">
            <a:avLst/>
          </a:prstGeom>
          <a:ln>
            <a:noFill/>
          </a:ln>
          <a:effectLst>
            <a:outerShdw blurRad="596900" dist="304800" dir="7140000" sx="90000" sy="90000" algn="t" rotWithShape="0">
              <a:srgbClr val="000000">
                <a:alpha val="15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571352" y="350196"/>
            <a:ext cx="3485178" cy="1624520"/>
          </a:xfrm>
        </p:spPr>
        <p:txBody>
          <a:bodyPr anchor="ctr">
            <a:normAutofit/>
          </a:bodyPr>
          <a:lstStyle/>
          <a:p>
            <a:pPr>
              <a:lnSpc>
                <a:spcPct val="90000"/>
              </a:lnSpc>
            </a:pPr>
            <a:r>
              <a:rPr lang="en-US" sz="3500"/>
              <a:t>Drones and GIS: Ethical Considerations</a:t>
            </a:r>
          </a:p>
        </p:txBody>
      </p:sp>
      <p:sp>
        <p:nvSpPr>
          <p:cNvPr id="3" name="Content Placeholder 2"/>
          <p:cNvSpPr>
            <a:spLocks noGrp="1"/>
          </p:cNvSpPr>
          <p:nvPr>
            <p:ph idx="1"/>
          </p:nvPr>
        </p:nvSpPr>
        <p:spPr>
          <a:xfrm>
            <a:off x="571351" y="2743200"/>
            <a:ext cx="3485179" cy="3613149"/>
          </a:xfrm>
        </p:spPr>
        <p:txBody>
          <a:bodyPr anchor="ctr">
            <a:normAutofit/>
          </a:bodyPr>
          <a:lstStyle/>
          <a:p>
            <a:pPr marL="0" indent="0">
              <a:buNone/>
            </a:pPr>
            <a:r>
              <a:rPr lang="en-US" sz="1700" dirty="0"/>
              <a:t>Justan E Dunn</a:t>
            </a:r>
          </a:p>
          <a:p>
            <a:pPr marL="0" indent="0">
              <a:buNone/>
            </a:pPr>
            <a:r>
              <a:rPr lang="en-US" sz="1700" dirty="0"/>
              <a:t>Colorado State University Global</a:t>
            </a:r>
          </a:p>
          <a:p>
            <a:pPr marL="0" indent="0">
              <a:buNone/>
            </a:pPr>
            <a:r>
              <a:rPr lang="en-US" sz="1700" dirty="0"/>
              <a:t>CSC501-1: Ethical Leadership in Software Development</a:t>
            </a:r>
          </a:p>
          <a:p>
            <a:pPr marL="0" indent="0">
              <a:buNone/>
            </a:pPr>
            <a:r>
              <a:rPr lang="en-US" sz="1700" dirty="0"/>
              <a:t>Professor Dong Nguyen</a:t>
            </a:r>
          </a:p>
          <a:p>
            <a:pPr marL="0" indent="0">
              <a:buNone/>
            </a:pPr>
            <a:r>
              <a:rPr lang="en-US" sz="1700" dirty="0"/>
              <a:t>6/8/2025</a:t>
            </a:r>
          </a:p>
        </p:txBody>
      </p:sp>
      <p:pic>
        <p:nvPicPr>
          <p:cNvPr id="5" name="Picture 4" descr="A 3D pattern of ring shapes connected by lines">
            <a:extLst>
              <a:ext uri="{FF2B5EF4-FFF2-40B4-BE49-F238E27FC236}">
                <a16:creationId xmlns:a16="http://schemas.microsoft.com/office/drawing/2014/main" id="{0BE8A752-C13C-A116-5D21-41BFE24E62E0}"/>
              </a:ext>
            </a:extLst>
          </p:cNvPr>
          <p:cNvPicPr>
            <a:picLocks noChangeAspect="1"/>
          </p:cNvPicPr>
          <p:nvPr/>
        </p:nvPicPr>
        <p:blipFill>
          <a:blip r:embed="rId2"/>
          <a:srcRect l="14868" r="47590"/>
          <a:stretch>
            <a:fillRect/>
          </a:stretch>
        </p:blipFill>
        <p:spPr>
          <a:xfrm>
            <a:off x="4572000" y="1"/>
            <a:ext cx="4577118" cy="685800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Slide Background">
            <a:extLst>
              <a:ext uri="{FF2B5EF4-FFF2-40B4-BE49-F238E27FC236}">
                <a16:creationId xmlns:a16="http://schemas.microsoft.com/office/drawing/2014/main" id="{C0763A76-9F1C-4FC5-82B7-DD475DA461B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0" y="0"/>
            <a:ext cx="9143998"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useBgFill="1">
        <p:nvSpPr>
          <p:cNvPr id="11" name="Rectangle 10">
            <a:extLst>
              <a:ext uri="{FF2B5EF4-FFF2-40B4-BE49-F238E27FC236}">
                <a16:creationId xmlns:a16="http://schemas.microsoft.com/office/drawing/2014/main" id="{E81BF4F6-F2CF-4984-9D14-D6966D92F9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6391835" cy="2285999"/>
          </a:xfrm>
          <a:prstGeom prst="rect">
            <a:avLst/>
          </a:prstGeom>
          <a:ln>
            <a:noFill/>
          </a:ln>
          <a:effectLst>
            <a:outerShdw blurRad="596900" dist="304800" dir="7140000" sx="90000" sy="90000" algn="t" rotWithShape="0">
              <a:srgbClr val="000000">
                <a:alpha val="15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571352" y="350196"/>
            <a:ext cx="3485178" cy="1624520"/>
          </a:xfrm>
        </p:spPr>
        <p:txBody>
          <a:bodyPr anchor="ctr">
            <a:normAutofit/>
          </a:bodyPr>
          <a:lstStyle/>
          <a:p>
            <a:r>
              <a:rPr lang="en-US" sz="3500"/>
              <a:t>Introduction to Drones and GIS</a:t>
            </a:r>
          </a:p>
        </p:txBody>
      </p:sp>
      <p:sp>
        <p:nvSpPr>
          <p:cNvPr id="3" name="Content Placeholder 2"/>
          <p:cNvSpPr>
            <a:spLocks noGrp="1"/>
          </p:cNvSpPr>
          <p:nvPr>
            <p:ph idx="1"/>
          </p:nvPr>
        </p:nvSpPr>
        <p:spPr>
          <a:xfrm>
            <a:off x="571351" y="2743200"/>
            <a:ext cx="3485179" cy="3613149"/>
          </a:xfrm>
        </p:spPr>
        <p:txBody>
          <a:bodyPr anchor="ctr">
            <a:normAutofit/>
          </a:bodyPr>
          <a:lstStyle/>
          <a:p>
            <a:pPr marL="0" indent="0">
              <a:buNone/>
            </a:pPr>
            <a:r>
              <a:rPr lang="en-US" sz="1700"/>
              <a:t>Drone technologies integrated with GIS are transforming industries from agriculture to emergency response. However, their use raises several ethical challenges involving privacy, surveillance, data rights, and public safety.</a:t>
            </a:r>
          </a:p>
        </p:txBody>
      </p:sp>
      <p:pic>
        <p:nvPicPr>
          <p:cNvPr id="5" name="Picture 4" descr="Drone flying over tulip fields">
            <a:extLst>
              <a:ext uri="{FF2B5EF4-FFF2-40B4-BE49-F238E27FC236}">
                <a16:creationId xmlns:a16="http://schemas.microsoft.com/office/drawing/2014/main" id="{2D546E4C-C9C0-0346-BDAE-246A24D7A1F7}"/>
              </a:ext>
            </a:extLst>
          </p:cNvPr>
          <p:cNvPicPr>
            <a:picLocks noChangeAspect="1"/>
          </p:cNvPicPr>
          <p:nvPr/>
        </p:nvPicPr>
        <p:blipFill>
          <a:blip r:embed="rId3"/>
          <a:srcRect l="19833" r="35617" b="-2"/>
          <a:stretch>
            <a:fillRect/>
          </a:stretch>
        </p:blipFill>
        <p:spPr>
          <a:xfrm>
            <a:off x="4572000" y="1"/>
            <a:ext cx="4577118" cy="685800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Slide Background">
            <a:extLst>
              <a:ext uri="{FF2B5EF4-FFF2-40B4-BE49-F238E27FC236}">
                <a16:creationId xmlns:a16="http://schemas.microsoft.com/office/drawing/2014/main" id="{9F7D5CDA-D291-4307-BF55-1381FED2963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571350" y="762001"/>
            <a:ext cx="4000647" cy="1708242"/>
          </a:xfrm>
        </p:spPr>
        <p:txBody>
          <a:bodyPr anchor="ctr">
            <a:normAutofit/>
          </a:bodyPr>
          <a:lstStyle/>
          <a:p>
            <a:r>
              <a:rPr lang="en-US" sz="3500"/>
              <a:t>Ethical Issue 1: Privacy Invasion</a:t>
            </a:r>
          </a:p>
        </p:txBody>
      </p:sp>
      <p:sp>
        <p:nvSpPr>
          <p:cNvPr id="3" name="Content Placeholder 2"/>
          <p:cNvSpPr>
            <a:spLocks noGrp="1"/>
          </p:cNvSpPr>
          <p:nvPr>
            <p:ph idx="1"/>
          </p:nvPr>
        </p:nvSpPr>
        <p:spPr>
          <a:xfrm>
            <a:off x="571350" y="2470244"/>
            <a:ext cx="4000647" cy="3769835"/>
          </a:xfrm>
        </p:spPr>
        <p:txBody>
          <a:bodyPr anchor="ctr">
            <a:normAutofit/>
          </a:bodyPr>
          <a:lstStyle/>
          <a:p>
            <a:pPr marL="0" indent="0">
              <a:buNone/>
            </a:pPr>
            <a:r>
              <a:rPr lang="en-US" sz="1700"/>
              <a:t>• Drones equipped with cameras can capture data in public and private spaces without consent.</a:t>
            </a:r>
          </a:p>
          <a:p>
            <a:pPr marL="0" indent="0">
              <a:buNone/>
            </a:pPr>
            <a:r>
              <a:rPr lang="en-US" sz="1700"/>
              <a:t>• Raises concerns under U.S. constitutional protections (e.g., 4th Amendment).</a:t>
            </a:r>
          </a:p>
          <a:p>
            <a:pPr marL="0" indent="0">
              <a:buNone/>
            </a:pPr>
            <a:r>
              <a:rPr lang="en-US" sz="1700"/>
              <a:t>• Example: Real estate and journalism drones capturing footage of private residences.</a:t>
            </a:r>
          </a:p>
        </p:txBody>
      </p:sp>
      <p:pic>
        <p:nvPicPr>
          <p:cNvPr id="5" name="Picture 4" descr="A delivery drone carrying a package inside a warehouse">
            <a:extLst>
              <a:ext uri="{FF2B5EF4-FFF2-40B4-BE49-F238E27FC236}">
                <a16:creationId xmlns:a16="http://schemas.microsoft.com/office/drawing/2014/main" id="{50058056-C8F7-B1FC-D87E-C7243F0BA318}"/>
              </a:ext>
            </a:extLst>
          </p:cNvPr>
          <p:cNvPicPr>
            <a:picLocks noChangeAspect="1"/>
          </p:cNvPicPr>
          <p:nvPr/>
        </p:nvPicPr>
        <p:blipFill>
          <a:blip r:embed="rId3"/>
          <a:srcRect l="35569" r="31669" b="-1"/>
          <a:stretch>
            <a:fillRect/>
          </a:stretch>
        </p:blipFill>
        <p:spPr>
          <a:xfrm>
            <a:off x="5143347" y="-10886"/>
            <a:ext cx="4000653" cy="6868886"/>
          </a:xfrm>
          <a:prstGeom prst="rect">
            <a:avLst/>
          </a:prstGeom>
          <a:effectLst>
            <a:outerShdw blurRad="127000" dist="50800" dir="10800000" sx="99000" sy="99000" algn="r" rotWithShape="0">
              <a:prstClr val="black">
                <a:alpha val="40000"/>
              </a:prstClr>
            </a:outerShdw>
          </a:effectLst>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Slide Background">
            <a:extLst>
              <a:ext uri="{FF2B5EF4-FFF2-40B4-BE49-F238E27FC236}">
                <a16:creationId xmlns:a16="http://schemas.microsoft.com/office/drawing/2014/main" id="{9F7D5CDA-D291-4307-BF55-1381FED2963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571350" y="762001"/>
            <a:ext cx="4000647" cy="1708242"/>
          </a:xfrm>
        </p:spPr>
        <p:txBody>
          <a:bodyPr anchor="ctr">
            <a:normAutofit/>
          </a:bodyPr>
          <a:lstStyle/>
          <a:p>
            <a:r>
              <a:rPr lang="en-US" sz="3500"/>
              <a:t>Ethical Issue 2: Data Ownership and Use</a:t>
            </a:r>
          </a:p>
        </p:txBody>
      </p:sp>
      <p:sp>
        <p:nvSpPr>
          <p:cNvPr id="3" name="Content Placeholder 2"/>
          <p:cNvSpPr>
            <a:spLocks noGrp="1"/>
          </p:cNvSpPr>
          <p:nvPr>
            <p:ph idx="1"/>
          </p:nvPr>
        </p:nvSpPr>
        <p:spPr>
          <a:xfrm>
            <a:off x="571350" y="2470244"/>
            <a:ext cx="4000647" cy="3769835"/>
          </a:xfrm>
        </p:spPr>
        <p:txBody>
          <a:bodyPr anchor="ctr">
            <a:normAutofit/>
          </a:bodyPr>
          <a:lstStyle/>
          <a:p>
            <a:pPr marL="0" indent="0">
              <a:buNone/>
            </a:pPr>
            <a:r>
              <a:rPr lang="en-US" sz="1700"/>
              <a:t>• Who owns the geospatial data collected?</a:t>
            </a:r>
          </a:p>
          <a:p>
            <a:pPr marL="0" indent="0">
              <a:buNone/>
            </a:pPr>
            <a:r>
              <a:rPr lang="en-US" sz="1700"/>
              <a:t>• Issues of data commercialization and misuse.</a:t>
            </a:r>
          </a:p>
          <a:p>
            <a:pPr marL="0" indent="0">
              <a:buNone/>
            </a:pPr>
            <a:r>
              <a:rPr lang="en-US" sz="1700"/>
              <a:t>• Concerns over corporations reselling or sharing sensitive location data without user knowledge.</a:t>
            </a:r>
          </a:p>
        </p:txBody>
      </p:sp>
      <p:pic>
        <p:nvPicPr>
          <p:cNvPr id="5" name="Picture 4" descr="An abstract design with lines and financial symbols">
            <a:extLst>
              <a:ext uri="{FF2B5EF4-FFF2-40B4-BE49-F238E27FC236}">
                <a16:creationId xmlns:a16="http://schemas.microsoft.com/office/drawing/2014/main" id="{74A5CF6F-7932-D850-0E72-AF8A13FFC4B4}"/>
              </a:ext>
            </a:extLst>
          </p:cNvPr>
          <p:cNvPicPr>
            <a:picLocks noChangeAspect="1"/>
          </p:cNvPicPr>
          <p:nvPr/>
        </p:nvPicPr>
        <p:blipFill>
          <a:blip r:embed="rId3"/>
          <a:srcRect l="30188" r="31080"/>
          <a:stretch>
            <a:fillRect/>
          </a:stretch>
        </p:blipFill>
        <p:spPr>
          <a:xfrm>
            <a:off x="5143347" y="-10886"/>
            <a:ext cx="4000653" cy="6868886"/>
          </a:xfrm>
          <a:prstGeom prst="rect">
            <a:avLst/>
          </a:prstGeom>
          <a:effectLst>
            <a:outerShdw blurRad="127000" dist="50800" dir="10800000" sx="99000" sy="99000" algn="r" rotWithShape="0">
              <a:prstClr val="black">
                <a:alpha val="40000"/>
              </a:prstClr>
            </a:outerShdw>
          </a:effectLst>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BACC6370-2D7E-4714-9D71-7542949D7D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F68B3F68-107C-434F-AA38-110D5EA91B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0"/>
            <a:ext cx="9143999" cy="1575955"/>
          </a:xfrm>
          <a:prstGeom prst="rect">
            <a:avLst/>
          </a:prstGeom>
          <a:gradFill>
            <a:gsLst>
              <a:gs pos="0">
                <a:srgbClr val="000000">
                  <a:alpha val="96000"/>
                </a:srgbClr>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AAD0DBB9-1A4B-4391-81D4-CB19F9AB91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6096642" y="0"/>
            <a:ext cx="3047358" cy="1576412"/>
          </a:xfrm>
          <a:prstGeom prst="rect">
            <a:avLst/>
          </a:prstGeom>
          <a:gradFill>
            <a:gsLst>
              <a:gs pos="19000">
                <a:schemeClr val="accent1">
                  <a:lumMod val="50000"/>
                  <a:alpha val="68000"/>
                </a:schemeClr>
              </a:gs>
              <a:gs pos="100000">
                <a:schemeClr val="accent1">
                  <a:alpha val="79000"/>
                </a:schemeClr>
              </a:gs>
            </a:gsLst>
            <a:lin ang="19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063BBA22-50EA-4C4D-BE05-F1CE4E63AA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3783777" y="-3783778"/>
            <a:ext cx="1576446" cy="9144002"/>
          </a:xfrm>
          <a:prstGeom prst="rect">
            <a:avLst/>
          </a:prstGeom>
          <a:gradFill>
            <a:gsLst>
              <a:gs pos="23000">
                <a:schemeClr val="accent1">
                  <a:alpha val="0"/>
                </a:schemeClr>
              </a:gs>
              <a:gs pos="99000">
                <a:srgbClr val="000000">
                  <a:alpha val="74000"/>
                </a:srgbClr>
              </a:gs>
            </a:gsLst>
            <a:lin ang="20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p:cNvSpPr>
            <a:spLocks noGrp="1"/>
          </p:cNvSpPr>
          <p:nvPr>
            <p:ph type="title"/>
          </p:nvPr>
        </p:nvSpPr>
        <p:spPr>
          <a:xfrm>
            <a:off x="1028697" y="348865"/>
            <a:ext cx="7533018" cy="877729"/>
          </a:xfrm>
        </p:spPr>
        <p:txBody>
          <a:bodyPr anchor="ctr">
            <a:normAutofit/>
          </a:bodyPr>
          <a:lstStyle/>
          <a:p>
            <a:pPr>
              <a:lnSpc>
                <a:spcPct val="90000"/>
              </a:lnSpc>
            </a:pPr>
            <a:r>
              <a:rPr lang="en-US" sz="3000">
                <a:solidFill>
                  <a:srgbClr val="FFFFFF"/>
                </a:solidFill>
              </a:rPr>
              <a:t>Ethical Issue 3: Surveillance and Civil Liberties</a:t>
            </a:r>
          </a:p>
        </p:txBody>
      </p:sp>
      <p:graphicFrame>
        <p:nvGraphicFramePr>
          <p:cNvPr id="5" name="Content Placeholder 2">
            <a:extLst>
              <a:ext uri="{FF2B5EF4-FFF2-40B4-BE49-F238E27FC236}">
                <a16:creationId xmlns:a16="http://schemas.microsoft.com/office/drawing/2014/main" id="{2507749F-6759-BFC3-B9D3-84C74AF2706A}"/>
              </a:ext>
            </a:extLst>
          </p:cNvPr>
          <p:cNvGraphicFramePr>
            <a:graphicFrameLocks noGrp="1"/>
          </p:cNvGraphicFramePr>
          <p:nvPr>
            <p:ph idx="1"/>
            <p:extLst>
              <p:ext uri="{D42A27DB-BD31-4B8C-83A1-F6EECF244321}">
                <p14:modId xmlns:p14="http://schemas.microsoft.com/office/powerpoint/2010/main" val="3558395663"/>
              </p:ext>
            </p:extLst>
          </p:nvPr>
        </p:nvGraphicFramePr>
        <p:xfrm>
          <a:off x="483042" y="2112579"/>
          <a:ext cx="8195871" cy="419280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Slide Background">
            <a:extLst>
              <a:ext uri="{FF2B5EF4-FFF2-40B4-BE49-F238E27FC236}">
                <a16:creationId xmlns:a16="http://schemas.microsoft.com/office/drawing/2014/main" id="{C0763A76-9F1C-4FC5-82B7-DD475DA461B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0" y="0"/>
            <a:ext cx="9143998"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useBgFill="1">
        <p:nvSpPr>
          <p:cNvPr id="11" name="Rectangle 10">
            <a:extLst>
              <a:ext uri="{FF2B5EF4-FFF2-40B4-BE49-F238E27FC236}">
                <a16:creationId xmlns:a16="http://schemas.microsoft.com/office/drawing/2014/main" id="{E81BF4F6-F2CF-4984-9D14-D6966D92F9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6391835" cy="2285999"/>
          </a:xfrm>
          <a:prstGeom prst="rect">
            <a:avLst/>
          </a:prstGeom>
          <a:ln>
            <a:noFill/>
          </a:ln>
          <a:effectLst>
            <a:outerShdw blurRad="596900" dist="304800" dir="7140000" sx="90000" sy="90000" algn="t" rotWithShape="0">
              <a:srgbClr val="000000">
                <a:alpha val="15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571352" y="350196"/>
            <a:ext cx="3485178" cy="1624520"/>
          </a:xfrm>
        </p:spPr>
        <p:txBody>
          <a:bodyPr anchor="ctr">
            <a:normAutofit/>
          </a:bodyPr>
          <a:lstStyle/>
          <a:p>
            <a:pPr>
              <a:lnSpc>
                <a:spcPct val="90000"/>
              </a:lnSpc>
            </a:pPr>
            <a:r>
              <a:rPr lang="en-US" sz="3500"/>
              <a:t>Ethical Issue 4: Military and Law Enforcement Use</a:t>
            </a:r>
          </a:p>
        </p:txBody>
      </p:sp>
      <p:sp>
        <p:nvSpPr>
          <p:cNvPr id="3" name="Content Placeholder 2"/>
          <p:cNvSpPr>
            <a:spLocks noGrp="1"/>
          </p:cNvSpPr>
          <p:nvPr>
            <p:ph idx="1"/>
          </p:nvPr>
        </p:nvSpPr>
        <p:spPr>
          <a:xfrm>
            <a:off x="571351" y="2743200"/>
            <a:ext cx="3485179" cy="3613149"/>
          </a:xfrm>
        </p:spPr>
        <p:txBody>
          <a:bodyPr anchor="ctr">
            <a:normAutofit/>
          </a:bodyPr>
          <a:lstStyle/>
          <a:p>
            <a:pPr marL="0" indent="0">
              <a:buNone/>
            </a:pPr>
            <a:r>
              <a:rPr lang="en-US" sz="1700"/>
              <a:t>• Use of drones in combat or border enforcement raises human rights issues.</a:t>
            </a:r>
          </a:p>
          <a:p>
            <a:pPr marL="0" indent="0">
              <a:buNone/>
            </a:pPr>
            <a:r>
              <a:rPr lang="en-US" sz="1700"/>
              <a:t>• Risk of autonomous weapon systems without human accountability.</a:t>
            </a:r>
          </a:p>
          <a:p>
            <a:pPr marL="0" indent="0">
              <a:buNone/>
            </a:pPr>
            <a:r>
              <a:rPr lang="en-US" sz="1700"/>
              <a:t>• Debate continues on ethical AI and remote decision-making.</a:t>
            </a:r>
          </a:p>
        </p:txBody>
      </p:sp>
      <p:pic>
        <p:nvPicPr>
          <p:cNvPr id="5" name="Picture 4" descr="Drone flying over a field">
            <a:extLst>
              <a:ext uri="{FF2B5EF4-FFF2-40B4-BE49-F238E27FC236}">
                <a16:creationId xmlns:a16="http://schemas.microsoft.com/office/drawing/2014/main" id="{D6D614AB-3C7F-C74C-9B55-0CE82E71C167}"/>
              </a:ext>
            </a:extLst>
          </p:cNvPr>
          <p:cNvPicPr>
            <a:picLocks noChangeAspect="1"/>
          </p:cNvPicPr>
          <p:nvPr/>
        </p:nvPicPr>
        <p:blipFill>
          <a:blip r:embed="rId3"/>
          <a:srcRect l="33972" r="21478" b="-2"/>
          <a:stretch>
            <a:fillRect/>
          </a:stretch>
        </p:blipFill>
        <p:spPr>
          <a:xfrm>
            <a:off x="4572000" y="1"/>
            <a:ext cx="4577118" cy="685800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Conclusion and Ethical Governance</a:t>
            </a:r>
          </a:p>
        </p:txBody>
      </p:sp>
      <p:graphicFrame>
        <p:nvGraphicFramePr>
          <p:cNvPr id="5" name="Content Placeholder 2">
            <a:extLst>
              <a:ext uri="{FF2B5EF4-FFF2-40B4-BE49-F238E27FC236}">
                <a16:creationId xmlns:a16="http://schemas.microsoft.com/office/drawing/2014/main" id="{6BE27827-8252-71C7-4C00-60241374EE9E}"/>
              </a:ext>
            </a:extLst>
          </p:cNvPr>
          <p:cNvGraphicFramePr>
            <a:graphicFrameLocks noGrp="1"/>
          </p:cNvGraphicFramePr>
          <p:nvPr>
            <p:ph idx="1"/>
          </p:nvPr>
        </p:nvGraphicFramePr>
        <p:xfrm>
          <a:off x="457200" y="1600200"/>
          <a:ext cx="8229600" cy="452596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09588DA8-065E-4F6F-8EFD-43104AB2E0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0" name="Rectangle 9">
            <a:extLst>
              <a:ext uri="{FF2B5EF4-FFF2-40B4-BE49-F238E27FC236}">
                <a16:creationId xmlns:a16="http://schemas.microsoft.com/office/drawing/2014/main" id="{C4285719-470E-454C-AF62-8323075F1F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1714"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CD9FE4EF-C4D8-49A0-B2FF-81D8DB7D8A2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914813" y="1914812"/>
            <a:ext cx="6858000" cy="3028377"/>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4300840D-0A0B-4512-BACA-B439D5B9C57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914814" y="1924949"/>
            <a:ext cx="6857999" cy="3028379"/>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D2B78728-A580-49A7-84F9-6EF6F583AD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263195" y="4092815"/>
            <a:ext cx="2501979" cy="302838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Freeform: Shape 17">
            <a:extLst>
              <a:ext uri="{FF2B5EF4-FFF2-40B4-BE49-F238E27FC236}">
                <a16:creationId xmlns:a16="http://schemas.microsoft.com/office/drawing/2014/main" id="{38FAA1A1-D861-433F-88FA-1E9D6FD31D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376302" y="969718"/>
            <a:ext cx="2925267" cy="4178958"/>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0" name="Rectangle 19">
            <a:extLst>
              <a:ext uri="{FF2B5EF4-FFF2-40B4-BE49-F238E27FC236}">
                <a16:creationId xmlns:a16="http://schemas.microsoft.com/office/drawing/2014/main" id="{8D71EDA1-87BF-4D5D-AB79-F346FD1927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914820" y="1904672"/>
            <a:ext cx="6858003" cy="3028376"/>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350041" y="586855"/>
            <a:ext cx="2401025" cy="3387497"/>
          </a:xfrm>
        </p:spPr>
        <p:txBody>
          <a:bodyPr anchor="b">
            <a:normAutofit/>
          </a:bodyPr>
          <a:lstStyle/>
          <a:p>
            <a:pPr algn="r"/>
            <a:r>
              <a:rPr lang="en-US" sz="3500">
                <a:solidFill>
                  <a:srgbClr val="FFFFFF"/>
                </a:solidFill>
              </a:rPr>
              <a:t>References</a:t>
            </a:r>
          </a:p>
        </p:txBody>
      </p:sp>
      <p:sp>
        <p:nvSpPr>
          <p:cNvPr id="3" name="Content Placeholder 2"/>
          <p:cNvSpPr>
            <a:spLocks noGrp="1"/>
          </p:cNvSpPr>
          <p:nvPr>
            <p:ph idx="1"/>
          </p:nvPr>
        </p:nvSpPr>
        <p:spPr>
          <a:xfrm>
            <a:off x="3607694" y="649480"/>
            <a:ext cx="4916510" cy="5546047"/>
          </a:xfrm>
        </p:spPr>
        <p:txBody>
          <a:bodyPr anchor="ctr">
            <a:normAutofit/>
          </a:bodyPr>
          <a:lstStyle/>
          <a:p>
            <a:pPr marL="0" indent="0">
              <a:buNone/>
            </a:pPr>
            <a:r>
              <a:rPr lang="en-US" sz="1700"/>
              <a:t>Cavoukian, A. (2012). Privacy and drones: Unmanned aerial vehicles. Information and Privacy Commissioner of Ontario.</a:t>
            </a:r>
          </a:p>
          <a:p>
            <a:pPr marL="0" indent="0">
              <a:buNone/>
            </a:pPr>
            <a:r>
              <a:rPr lang="en-US" sz="1700"/>
              <a:t>Lin, P., Abney, K., &amp; Bekey, G. A. (2012). Robot ethics: The ethical and social implications of robotics. MIT Press.</a:t>
            </a:r>
          </a:p>
          <a:p>
            <a:pPr marL="0" indent="0">
              <a:buNone/>
            </a:pPr>
            <a:r>
              <a:rPr lang="en-US" sz="1700"/>
              <a:t>Zajko, M. (2020). The ethics of drones in public safety. Journal of Applied Security Research, 15(2), 237-251.</a:t>
            </a:r>
          </a:p>
          <a:p>
            <a:pPr marL="0" indent="0">
              <a:buNone/>
            </a:pPr>
            <a:r>
              <a:rPr lang="en-US" sz="1700"/>
              <a:t>Finn, R. L., &amp; Wright, D. (2012). Unmanned aircraft systems: Surveillance, ethics, and privacy in civil applications. Computer Law &amp; Security Review.</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9</TotalTime>
  <Words>884</Words>
  <Application>Microsoft Office PowerPoint</Application>
  <PresentationFormat>On-screen Show (4:3)</PresentationFormat>
  <Paragraphs>42</Paragraphs>
  <Slides>8</Slides>
  <Notes>5</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8</vt:i4>
      </vt:variant>
    </vt:vector>
  </HeadingPairs>
  <TitlesOfParts>
    <vt:vector size="12" baseType="lpstr">
      <vt:lpstr>Aptos</vt:lpstr>
      <vt:lpstr>Arial</vt:lpstr>
      <vt:lpstr>Calibri</vt:lpstr>
      <vt:lpstr>Office Theme</vt:lpstr>
      <vt:lpstr>Drones and GIS: Ethical Considerations</vt:lpstr>
      <vt:lpstr>Introduction to Drones and GIS</vt:lpstr>
      <vt:lpstr>Ethical Issue 1: Privacy Invasion</vt:lpstr>
      <vt:lpstr>Ethical Issue 2: Data Ownership and Use</vt:lpstr>
      <vt:lpstr>Ethical Issue 3: Surveillance and Civil Liberties</vt:lpstr>
      <vt:lpstr>Ethical Issue 4: Military and Law Enforcement Use</vt:lpstr>
      <vt:lpstr>Conclusion and Ethical Governance</vt:lpstr>
      <vt:lpstr>References</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Justan Dunn</dc:creator>
  <cp:keywords/>
  <dc:description>generated using python-pptx</dc:description>
  <cp:lastModifiedBy>Justan Dunn</cp:lastModifiedBy>
  <cp:revision>2</cp:revision>
  <dcterms:created xsi:type="dcterms:W3CDTF">2013-01-27T09:14:16Z</dcterms:created>
  <dcterms:modified xsi:type="dcterms:W3CDTF">2025-06-15T20:40:47Z</dcterms:modified>
  <cp:category/>
</cp:coreProperties>
</file>